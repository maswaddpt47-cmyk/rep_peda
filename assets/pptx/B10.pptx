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906000" cy="6858000" type="A4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00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34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813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9712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4184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491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3529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4242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9772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585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1781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299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2926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07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0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conseiller-numerique@lotetgaronne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90" y="223094"/>
            <a:ext cx="371475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2213" y="1271085"/>
            <a:ext cx="4990164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Doctolib &amp; Téléconsultation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52213" y="2251208"/>
            <a:ext cx="5158327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 découverte — Prendre soin de sa santé autrement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52213" y="3191330"/>
            <a:ext cx="5271349" cy="1432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Bienvenue dans cet atelier ! Ensemble, nous allons explorer Doctolib, la plateforme de santé numérique que des millions de Français utilisent chaque jour, et découvrir comment la téléconsultation peut simplifier l'accès aux soins depuis chez vous.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379560"/>
            <a:ext cx="2939635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🗺️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Au programme aujourd'hui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898484"/>
            <a:ext cx="6954676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nous allons découvrir ensemble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2" y="2265274"/>
            <a:ext cx="268691" cy="167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463" y="2478098"/>
            <a:ext cx="4348386" cy="1547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537463" y="2576208"/>
            <a:ext cx="1710413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Doctolib, c'est quoi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7463" y="2866826"/>
            <a:ext cx="434838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Comprendre la plateforme, son utilité et pourquoi elle est devenue incontournable en France.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0152" y="2265274"/>
            <a:ext cx="268691" cy="167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0153" y="2478098"/>
            <a:ext cx="4348386" cy="1547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020153" y="2576208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Naviguer sur le site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0153" y="2866826"/>
            <a:ext cx="434838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Créer un compte, chercher un médecin, prendre un rendez-vous en quelques clics.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7462" y="3941229"/>
            <a:ext cx="268691" cy="167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7463" y="4154053"/>
            <a:ext cx="4348386" cy="1547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537462" y="4252163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La téléconsultation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7463" y="4542781"/>
            <a:ext cx="434838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Consulter un médecin en vidéo depuis chez soi : mode d'emploi, avantages et limites.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0152" y="3941229"/>
            <a:ext cx="268691" cy="167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0153" y="4154053"/>
            <a:ext cx="4348386" cy="1547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0152" y="4252163"/>
            <a:ext cx="260613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Santé &amp; numérique responsable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0153" y="4542781"/>
            <a:ext cx="4348386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Impact environnemental du numérique médical et bonnes pratiques pour un usage éco-conscient.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548" y="642937"/>
            <a:ext cx="371475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70904" y="427776"/>
            <a:ext cx="2937297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🏥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Chapitre 1 — La plateforme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52213" y="998775"/>
            <a:ext cx="5340361" cy="83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Doctolib, c'est quoi exactement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52213" y="1752157"/>
            <a:ext cx="5116327" cy="102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Doctolib est une plateforme française créée en 2013 qui met en relation patients et professionnels de santé. Elle permet de prendre rendez-vous en ligne 24h/24 avec des médecins, spécialistes, dentistes, kinésithérapeutes et bien d'autres.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52212" y="3230767"/>
            <a:ext cx="2474162" cy="443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3467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70M</a:t>
            </a:r>
            <a:endParaRPr lang="en-US" sz="3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49403" y="3842154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Patients inscrits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52212" y="4132771"/>
            <a:ext cx="2474162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 France, en Allemagne et en Italie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94296" y="3230767"/>
            <a:ext cx="2474242" cy="443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3467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300K</a:t>
            </a:r>
            <a:endParaRPr lang="en-US" sz="3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48395" y="3842154"/>
            <a:ext cx="1965964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Professionnels de santé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94296" y="4132771"/>
            <a:ext cx="2474242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Médecins, spécialistes, paramédicaux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73254" y="4683615"/>
            <a:ext cx="2474162" cy="443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3467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3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70445" y="5295001"/>
            <a:ext cx="1679780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Pays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573254" y="5585619"/>
            <a:ext cx="2474162" cy="21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France, Allemagne, Italie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535149"/>
            <a:ext cx="2323251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Pourquoi l'utiliser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1107977"/>
            <a:ext cx="6113699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Les avantages concrets pour vous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463" y="2674120"/>
            <a:ext cx="4348386" cy="1240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158" y="2823903"/>
            <a:ext cx="1762894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📅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Disponible 24h/24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9158" y="3119679"/>
            <a:ext cx="3986907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Prenez rendez-vous à minuit, le dimanche ou pendant vos pauses. Plus besoin d'attendre l'ouverture du cabinet pour décrocher le téléphone.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0153" y="2674120"/>
            <a:ext cx="4348386" cy="1240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1848" y="2823903"/>
            <a:ext cx="3083613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⏰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Zéro temps d'attente téléphonique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1848" y="3119680"/>
            <a:ext cx="398690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Fini la ligne occupée ! Vous voyez en temps réel les créneaux disponibles et vous choisissez celui qui vous convient.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463" y="4048769"/>
            <a:ext cx="4348386" cy="1240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158" y="4198554"/>
            <a:ext cx="2073989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🔔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Rappels automatiques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49158" y="4494331"/>
            <a:ext cx="398690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SMS et un e-mail vous rappellent votre rendez-vous 24h avant. Vous pouvez aussi l'annuler ou le déplacer facilement.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0153" y="4048769"/>
            <a:ext cx="4348386" cy="1240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1848" y="4198554"/>
            <a:ext cx="1728471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📁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Dossier centralisé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231848" y="4494331"/>
            <a:ext cx="398690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 ordonnances, résultats d'analyses et comptes-rendus sont accessibles dans votre espace personnel sécurisé.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551920"/>
            <a:ext cx="2445302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🔐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Sécurité &amp; confiance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1249083"/>
            <a:ext cx="8014767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Vos données de santé sont-elles en sécurité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2" y="2691694"/>
            <a:ext cx="4709543" cy="107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C'est souvent la première question que l'on se pose, et c'est tout à fait légitime. La santé, c'est intime. Doctolib est soumis au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Règlement Général sur la Protection des Données (RGPD)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héberge ses données sur des serveurs certifiés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HDS (Hébergeur de Données de Santé)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le plus haut niveau de certification en France pour la santé.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462" y="4191662"/>
            <a:ext cx="4709543" cy="1000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Données stockées en France, sur AWS certifié HDS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Chiffrement de bout en bout pour les consultations vidéo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Authentification sécurisée à chaque connexion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Aucune revente de vos données personnelles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3207" y="2691694"/>
            <a:ext cx="3987149" cy="2364848"/>
          </a:xfrm>
          <a:prstGeom prst="roundRect">
            <a:avLst>
              <a:gd name="adj" fmla="val 4091"/>
            </a:avLst>
          </a:prstGeom>
          <a:solidFill>
            <a:srgbClr val="4950BC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17512" y="2842846"/>
            <a:ext cx="3718538" cy="1174080"/>
          </a:xfrm>
          <a:prstGeom prst="roundRect">
            <a:avLst>
              <a:gd name="adj" fmla="val 4807"/>
            </a:avLst>
          </a:prstGeom>
          <a:solidFill>
            <a:srgbClr val="22265D">
              <a:alpha val="8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816" y="3047932"/>
            <a:ext cx="167921" cy="1343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54043" y="2997306"/>
            <a:ext cx="3147702" cy="865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🔒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Votre médecin reste le seul à accéder à votre dossier médical. Doctolib n'a accès qu'aux informations nécessaires à la prise de rendez-vous.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17512" y="4168081"/>
            <a:ext cx="3718538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 cas de doute, vous pouvez consulter la politique de confidentialité complète directement sur doctolib.fr/securite.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>
            <a:extLst>
              <a:ext uri="{FF2B5EF4-FFF2-40B4-BE49-F238E27FC236}">
                <a16:creationId xmlns:a16="http://schemas.microsoft.com/office/drawing/2014/main" id="{1C529DCB-FAFC-AD03-8131-4AE2CA84C725}"/>
              </a:ext>
            </a:extLst>
          </p:cNvPr>
          <p:cNvSpPr/>
          <p:nvPr/>
        </p:nvSpPr>
        <p:spPr>
          <a:xfrm>
            <a:off x="414069" y="5198666"/>
            <a:ext cx="8949758" cy="753559"/>
          </a:xfrm>
          <a:prstGeom prst="roundRect">
            <a:avLst>
              <a:gd name="adj" fmla="val 11005"/>
            </a:avLst>
          </a:prstGeom>
          <a:solidFill>
            <a:srgbClr val="B6D6FC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37463" y="562933"/>
            <a:ext cx="3419699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💻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Chapitre 2 — Naviguer sur le site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831784"/>
            <a:ext cx="6738950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votre compte Doctolib pas à pas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9275" y="1904486"/>
            <a:ext cx="6867450" cy="31430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7724" y="4176957"/>
            <a:ext cx="1289321" cy="496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Compléter le profil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52828" y="4176957"/>
            <a:ext cx="1289322" cy="496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Confirmer l'email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536760" y="4176957"/>
            <a:ext cx="1289321" cy="496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le compte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885369" y="4176957"/>
            <a:ext cx="1289321" cy="496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Accéder au site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7463" y="5198667"/>
            <a:ext cx="8831077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création d'un compte prend moins de 3 minutes. Vous n'avez besoin que d'une adresse e-mail valide et de votre numéro de sécurité sociale (facultatif mais recommandé pour la téléconsultation remboursée). Votre compte est personnel et sécurisé par un mot de passe que vous choisissez.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1250" y="642938"/>
            <a:ext cx="3714750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62" y="547046"/>
            <a:ext cx="3493945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🔍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Trouver un professionnel de santé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63" y="805739"/>
            <a:ext cx="5116327" cy="82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Chercher et choisir son médecin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7463" y="1838543"/>
            <a:ext cx="5116327" cy="8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Sur la page d'accueil de Doctolib, la barre de recherche vous demande deux informations simples :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qui cherchez-vous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(médecin généraliste, dermatologue, kinésithérapeute…) et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où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(votre ville ou code postal). Les résultats s'affichent avec les premiers créneaux disponibles.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37463" y="3309610"/>
            <a:ext cx="2493026" cy="1396095"/>
          </a:xfrm>
          <a:prstGeom prst="roundRect">
            <a:avLst>
              <a:gd name="adj" fmla="val 3980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4830" y="3446977"/>
            <a:ext cx="2061412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🗓️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Filtrer par disponibilité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4830" y="3731711"/>
            <a:ext cx="2218290" cy="6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Aujourd'hui, cette semaine, dans les 3 prochains jours — choisissez selon votre urgence.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60682" y="3309610"/>
            <a:ext cx="2493106" cy="1396095"/>
          </a:xfrm>
          <a:prstGeom prst="roundRect">
            <a:avLst>
              <a:gd name="adj" fmla="val 3980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8050" y="3446977"/>
            <a:ext cx="2218370" cy="41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💶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Secteur de conventionnement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98050" y="3938327"/>
            <a:ext cx="2218370" cy="6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Secteur 1 (sans dépassement), secteur 2 ou 3 — filtrez selon votre mutuelle.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37463" y="4835898"/>
            <a:ext cx="5116327" cy="979475"/>
          </a:xfrm>
          <a:prstGeom prst="roundRect">
            <a:avLst>
              <a:gd name="adj" fmla="val 5672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831" y="4973266"/>
            <a:ext cx="1653499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Langue parlée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4830" y="5257999"/>
            <a:ext cx="4841590" cy="4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pouvez chercher un praticien parlant votre langue si le français n'est pas votre langue maternelle.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645553"/>
            <a:ext cx="2415313" cy="20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📋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Prendre rendez-vous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904489"/>
            <a:ext cx="7305675" cy="4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 la recherche à la confirmation en 4 clics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463" y="2000257"/>
            <a:ext cx="4415538" cy="5206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75" y="2647033"/>
            <a:ext cx="1627299" cy="20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Choisir le créneau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7576" y="2926042"/>
            <a:ext cx="4155312" cy="4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Cliquez sur un horaire disponible affiché en bleu dans le calendrier du praticien.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0" y="2000257"/>
            <a:ext cx="4415538" cy="5206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3113" y="2647033"/>
            <a:ext cx="1627299" cy="20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Indiquer le motif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83113" y="2926042"/>
            <a:ext cx="4155312" cy="4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Sélectionnez le motif de consultation dans la liste proposée par le médecin.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463" y="3466164"/>
            <a:ext cx="4415538" cy="5206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75" y="4112940"/>
            <a:ext cx="1627299" cy="20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 connecter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67576" y="4391949"/>
            <a:ext cx="4155312" cy="4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Connectez-vous à votre compte ou créez-en un rapidement si ce n'est pas encore fait.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0" y="3466164"/>
            <a:ext cx="4415538" cy="5206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3113" y="4112940"/>
            <a:ext cx="1627299" cy="20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Confirmer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083113" y="4391949"/>
            <a:ext cx="4155312" cy="410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Validez le rendez-vous. Un e-mail et un SMS de confirmation vous sont envoyés immédiatement.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7463" y="5073873"/>
            <a:ext cx="8831077" cy="679945"/>
          </a:xfrm>
          <a:prstGeom prst="roundRect">
            <a:avLst>
              <a:gd name="adj" fmla="val 11005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75" y="5256709"/>
            <a:ext cx="162682" cy="1301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369" y="5219787"/>
            <a:ext cx="8773356" cy="205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💡 Astuce : si vous cherchez un nouveau médecin traitant, cochez le filtre "Accepte de nouveaux patients“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pour éviter les déceptions.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1250" y="1229534"/>
            <a:ext cx="3323686" cy="49855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62" y="342116"/>
            <a:ext cx="3361978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📹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Chapitre 3 — La téléconsultation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62" y="600810"/>
            <a:ext cx="6605209" cy="826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Consulter un médecin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depuis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votre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canapé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7463" y="1320204"/>
            <a:ext cx="5116327" cy="8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téléconsultation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est une consultation médicale qui se déroule en vidéo, exactement comme une consultation classique, mais à distance. Le médecin vous voit, vous parle, pose ses questions, peut vous prescrire des médicaments et rédiger des arrêts de travail. Tout cela sans que vous ayez à vous déplacer.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37463" y="3307915"/>
            <a:ext cx="2493026" cy="1704031"/>
          </a:xfrm>
          <a:prstGeom prst="roundRect">
            <a:avLst>
              <a:gd name="adj" fmla="val 3970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4831" y="3445285"/>
            <a:ext cx="1653499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Quand l'utiliser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4830" y="3730018"/>
            <a:ext cx="2218290" cy="8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Infections bénignes, renouvellement d'ordonnance, suivi de traitement, questions sur des symptômes non urgents.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60682" y="3307915"/>
            <a:ext cx="2493106" cy="1704031"/>
          </a:xfrm>
          <a:prstGeom prst="roundRect">
            <a:avLst>
              <a:gd name="adj" fmla="val 3970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8051" y="3445285"/>
            <a:ext cx="1653499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🚫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Quand éviter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98050" y="3730018"/>
            <a:ext cx="2218370" cy="8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Douleur thoracique, urgences, examen physique indispensable (auscultation, palpation), situations nécessitant un acte médical.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37463" y="5218943"/>
            <a:ext cx="5116327" cy="979475"/>
          </a:xfrm>
          <a:prstGeom prst="roundRect">
            <a:avLst>
              <a:gd name="adj" fmla="val 5672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830" y="5356310"/>
            <a:ext cx="2537929" cy="20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💊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Ce que le médecin peut faire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4830" y="5641044"/>
            <a:ext cx="4841590" cy="4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Ordonnance électronique, arrêt de travail, certificat médical, orientation vers un spécialiste.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0">
            <a:extLst>
              <a:ext uri="{FF2B5EF4-FFF2-40B4-BE49-F238E27FC236}">
                <a16:creationId xmlns:a16="http://schemas.microsoft.com/office/drawing/2014/main" id="{1619ECC8-A7B1-3C89-6E38-E818EA3EAFC2}"/>
              </a:ext>
            </a:extLst>
          </p:cNvPr>
          <p:cNvSpPr/>
          <p:nvPr/>
        </p:nvSpPr>
        <p:spPr>
          <a:xfrm>
            <a:off x="395982" y="5208184"/>
            <a:ext cx="8831077" cy="832086"/>
          </a:xfrm>
          <a:prstGeom prst="roundRect">
            <a:avLst>
              <a:gd name="adj" fmla="val 11005"/>
            </a:avLst>
          </a:prstGeom>
          <a:solidFill>
            <a:srgbClr val="B6D6FC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37463" y="449988"/>
            <a:ext cx="3765215" cy="20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⚙️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Comment ça se passe concrètement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708924"/>
            <a:ext cx="5384453" cy="4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Déroulé d'une téléconsultation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861" y="1874174"/>
            <a:ext cx="8548198" cy="3207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5727" y="4178974"/>
            <a:ext cx="1289326" cy="496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Recevoir ordonnance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60824" y="4303160"/>
            <a:ext cx="1289325" cy="24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Consultation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44752" y="4303160"/>
            <a:ext cx="1289325" cy="24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Appel vidéo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28679" y="4303160"/>
            <a:ext cx="1289325" cy="24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Ouvrir le lien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77283" y="4303160"/>
            <a:ext cx="1289325" cy="24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Prendre RDV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7463" y="5223657"/>
            <a:ext cx="8831077" cy="832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Aucune application supplémentaire n'est nécessaire : la vidéo fonctionne directement dans votre navigateur internet (Chrome, Firefox, Safari…). Il vous faut simplement une connexion internet stable, une webcam et un micro — ceux de votre ordinateur, tablette ou smartphone suffisent parfaitement.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709619"/>
            <a:ext cx="2175080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💰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Remboursement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978470"/>
            <a:ext cx="8979731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Est-ce que c'est remboursé par la Sécurité sociale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2" y="2752074"/>
            <a:ext cx="3083936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Oui, dans la majorité des cas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462" y="3101541"/>
            <a:ext cx="4251648" cy="8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téléconsultation est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remboursée par l'Assurance Maladie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même titre qu'une consultation en cabinet, à condition que le médecin soit votre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médecin traitant déclaré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que vous passiez par lui (parcours de soins coordonnés).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7462" y="4123833"/>
            <a:ext cx="4251648" cy="1000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Consultation secteur 1 : 25 € remboursés à 70 %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Carte Vitale à renseigner dans votre profil Doctolib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Tiers payant possible selon les médecins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9120" indent="-20912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Complémentaire santé prend en charge le reste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2050" y="2752074"/>
            <a:ext cx="2197652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⚠️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Points d'attention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22050" y="3101541"/>
            <a:ext cx="4251648" cy="8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 dehors du parcours de soins (médecin non traitant), le remboursement peut être réduit. Vérifiez toujours que votre médecin traitant est bien renseigné sur votre compte Ameli avant la consultation.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2050" y="4138577"/>
            <a:ext cx="4251648" cy="738919"/>
          </a:xfrm>
          <a:prstGeom prst="roundRect">
            <a:avLst>
              <a:gd name="adj" fmla="val 7638"/>
            </a:avLst>
          </a:prstGeom>
          <a:solidFill>
            <a:srgbClr val="FCF2B5">
              <a:alpha val="8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6355" y="4317783"/>
            <a:ext cx="167921" cy="1343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58581" y="4267157"/>
            <a:ext cx="3680811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Pensez à mettre à jour votre médecin traitant sur ameli.fr si vous avez changé récemment de praticien.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3" y="781551"/>
            <a:ext cx="3813745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🌱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Chapitre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4	 — Numérique responsable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1050404"/>
            <a:ext cx="8831077" cy="585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Quel est l'impact environnemental du numérique médical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3" y="1786064"/>
            <a:ext cx="8831077" cy="901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numérique n'est pas neutre pour la planète. Un data center, une connexion internet, un smartphone — tout cela consomme de l'énergie. Mais comparé aux déplacements en voiture qu'il évite, le bilan peut être très favorable.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463" y="3326941"/>
            <a:ext cx="2854101" cy="2372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159" y="3476725"/>
            <a:ext cx="2345420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🚗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Un </a:t>
            </a:r>
            <a:r>
              <a:rPr lang="en-US" sz="14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trajet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évité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= gros gain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9158" y="3772501"/>
            <a:ext cx="2492623" cy="129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aller-retour de 10 km en voiture émet environ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 kg de CO₂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c'est comme faire tourner un ordinateur portable pendant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 semaines non-stop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Une téléconsultation depuis chez vous n'émet que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quelques grammes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5868" y="3326941"/>
            <a:ext cx="2854183" cy="23725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5355" y="3476724"/>
            <a:ext cx="2648186" cy="425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Une ordonnance numérique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737565" y="3772501"/>
            <a:ext cx="2492703" cy="129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Envoyer une ordonnance par e-mail émet environ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 g de CO₂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l'équivalent de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deux feuilles de papier imprimées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C'est anecdotique, mais multiplié par des millions d'actes, ça compte.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4357" y="3326941"/>
            <a:ext cx="2854101" cy="23725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26052" y="3476725"/>
            <a:ext cx="2451590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📱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L'équipement, le vrai poste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726052" y="3772501"/>
            <a:ext cx="2492623" cy="107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80 % de l'impact d'un smartphone vient de sa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fabrication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pas de son usage. Garder son appareil 5 ans au lieu de 2 ans réduit son empreinte de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40 %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435429"/>
            <a:ext cx="1848750" cy="110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♻️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Bonnes pratiques numériques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2" y="793929"/>
            <a:ext cx="5098913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Comment adopter un usage éco-conscient de Doctolib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462" y="1396368"/>
            <a:ext cx="7924800" cy="4457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7463" y="5891796"/>
            <a:ext cx="8831077" cy="464615"/>
          </a:xfrm>
          <a:prstGeom prst="roundRect">
            <a:avLst>
              <a:gd name="adj" fmla="val 15401"/>
            </a:avLst>
          </a:prstGeom>
          <a:solidFill>
            <a:srgbClr val="B6FCB8">
              <a:alpha val="80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615" y="5975717"/>
            <a:ext cx="83920" cy="671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688" y="5938794"/>
            <a:ext cx="9040998" cy="417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🌿 En choisissant la téléconsultation plutôt qu'un trajet en voiture, vous évitez en moyenne 1,5 à 3 kg de CO₂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 consultation — c'est l'équivalent de laisser votre voiture au garage pendant une journée entière.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451245"/>
            <a:ext cx="2521645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❓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Questions fréquentes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720096"/>
            <a:ext cx="7775097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vous nous demandez le plus souvent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846" y="2380761"/>
            <a:ext cx="201538" cy="2015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4074" y="2037949"/>
            <a:ext cx="3894925" cy="4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Je ne suis pas à l'aise avec la technologie, c'est pour moi ? 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74074" y="2538569"/>
            <a:ext cx="3894925" cy="8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Oui ! L'interface Doctolib est pensée pour être simple. Si vous savez envoyer un e-mail, vous savez utiliser Doctolib. Et votre entourage ou votre médecin peut vous aider lors de votre première connexion.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7306" y="2380761"/>
            <a:ext cx="201538" cy="2015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73533" y="2037949"/>
            <a:ext cx="3325410" cy="4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Mon médecin n'est pas sur Doctolib, que faire ? 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73533" y="2538568"/>
            <a:ext cx="3895006" cy="107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Votre médecin traitant peut ne pas y être. Dans ce cas, Doctolib vous permet de trouver un médecin disponible pour une téléconsultation, souvent sous 24 heures. Ces consultations sont remboursées si votre médecin traitant y est impliqué.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846" y="4225076"/>
            <a:ext cx="201538" cy="2015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4074" y="4220965"/>
            <a:ext cx="3894925" cy="4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Et si la connexion coupe pendant la consultation ? 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74074" y="4721585"/>
            <a:ext cx="3894925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médecin peut vous rappeler par téléphone. Le numéro que vous avez renseigné dans votre profil sert exactement à ça. Aucune consultation n'est perdue.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7306" y="4225076"/>
            <a:ext cx="201538" cy="2015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73533" y="4220965"/>
            <a:ext cx="3572787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« Mes parents âgés peuvent-ils l'utiliser ? »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473533" y="4511582"/>
            <a:ext cx="3895006" cy="8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Absolument. Vous pouvez créer un rendez-vous pour un proche depuis votre propre compte Doctolib, en ajoutant leur profil. Vous pouvez même rester présent pendant la consultation pour les aider.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462" y="386058"/>
            <a:ext cx="2252228" cy="21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🎯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Pour aller plus loin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7463" y="654909"/>
            <a:ext cx="7264642" cy="41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vous pouvez faire dès aujourd'hui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463" y="1212220"/>
            <a:ext cx="8691611" cy="57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avez maintenant toutes les clés pour utiliser Doctolib sereinement. Voici comment passer à </a:t>
            </a: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l'action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dès</a:t>
            </a:r>
            <a:b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fin de cet atelier 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7463" y="2359800"/>
            <a:ext cx="4348386" cy="1214549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926" y="2499266"/>
            <a:ext cx="1771278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1. Créez votre compte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6926" y="2789882"/>
            <a:ext cx="4069457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Rendez-vous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doctolib.fr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créez votre compte en 3 minutes. Renseignez votre numéro de Sécurité sociale pour activer le remboursement.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0153" y="2359800"/>
            <a:ext cx="4348386" cy="1214549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9617" y="2499266"/>
            <a:ext cx="2242554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2. Retrouvez votre médecin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59617" y="2789882"/>
            <a:ext cx="4069457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Cherchez si votre médecin traitant est déjà sur Doctolib. Si oui, ajoutez-le comme favori pour retrouver ses créneaux facilement.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7463" y="3708654"/>
            <a:ext cx="4348386" cy="1214549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927" y="3848120"/>
            <a:ext cx="2296486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3. Testez la téléconsultation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926" y="4138736"/>
            <a:ext cx="4069457" cy="645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Lors de votre prochain besoin de renouvellement d'ordonnance ou de consultation simple, tentez la téléconsultation. C'est le meilleur moyen d'apprivoiser l'outil.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0153" y="3708654"/>
            <a:ext cx="4348386" cy="1214549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9616" y="3848120"/>
            <a:ext cx="2195395" cy="210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4. Partagez autour de vous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59617" y="4138737"/>
            <a:ext cx="4069457" cy="4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Aidez un proche, un parent, un ami à s'inscrire. L'entraide numérique, c'est aussi une façon de prendre soin des autres.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7463" y="5479747"/>
            <a:ext cx="8831077" cy="529077"/>
          </a:xfrm>
          <a:prstGeom prst="roundRect">
            <a:avLst>
              <a:gd name="adj" fmla="val 10668"/>
            </a:avLst>
          </a:prstGeom>
          <a:solidFill>
            <a:srgbClr val="B6FCB8">
              <a:alpha val="80000"/>
            </a:srgbClr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766" y="5674512"/>
            <a:ext cx="167921" cy="13430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3994" y="5634205"/>
            <a:ext cx="8755540" cy="22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🙌 Merci d'avoir participé à cet atelier ! Des questions ? Notre équipe reste disponible pour vous accompagner.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919695E3-52F6-4B95-F265-580BA6702B8D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31C61AB-873D-1362-774E-8F9BA7B2B565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56EFA4A-54D9-366A-8F0E-302A646CAF9D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8E1DCA9-E20B-EDD0-0769-59BC65CD2F80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2AFFE5A-2503-8531-91C8-9EAA8BF18244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7DAB72D-56B8-F909-A535-0EA3E443812F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F277F801-F099-7E92-B413-1DFCAB7F9991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DFA4B04E-E273-AD96-36B4-7F04D128DB11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D3C7F985-27FA-67CB-055B-8DC70CD2A102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21A7380B-A744-FD4B-0A4A-7AB9BCCFC042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57F21D6-9375-5350-1643-14B93F635DD2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75663A37-3446-47EE-34DE-9436A7BB2A00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585EADFB-0D39-3E04-34BD-B4D368CCCE51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0D7E0F7-0D70-EFF5-E282-7A9EC58F8097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F9903AA4-DBDA-4FFF-922E-A9F53F8F683B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D3A3FB2-0BAA-962E-C6CA-91374E8ABA61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B98BD98-06B8-5707-F7B0-EB3524B6FB1D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3CE1D95-7465-9D85-52F2-AAA05FC6781E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54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2E713696-970D-4544-C038-1AAACC3D1D80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B8DA51AE-118A-80BF-A013-BDC14A3768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220DDF0C-4229-9C8D-117E-479374FB2AA3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63BA5165-8126-B963-CD30-00BF9A753ED9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A9C74C82-CD73-1033-8AB7-DA695ADA5FF3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DA2A4FFC-DF3C-E42C-D82A-E4B8E5BA9B58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7DAD3512-1372-5D5C-629B-4220460837FA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C37631CC-A6B0-BD3E-8F87-233DAAD22B29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BD5DC76E-5071-8001-49B9-1759BF71A497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A44C1139-05B7-7AA1-1C80-8B3194D4A4C7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0FE49C7F-35FD-D1B9-7A1D-471BEC25EA5D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7D8A4FBA-A04B-D7EB-0C7E-4A9921A743B4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446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1895</Words>
  <Application>Microsoft Office PowerPoint</Application>
  <PresentationFormat>Format A4 (210 x 297 mm)</PresentationFormat>
  <Paragraphs>175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Calibri Light</vt:lpstr>
      <vt:lpstr>Arial</vt:lpstr>
      <vt:lpstr>Calibri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Aswad Michel</cp:lastModifiedBy>
  <cp:revision>14</cp:revision>
  <dcterms:created xsi:type="dcterms:W3CDTF">2026-06-25T04:44:37Z</dcterms:created>
  <dcterms:modified xsi:type="dcterms:W3CDTF">2026-07-02T13:26:10Z</dcterms:modified>
</cp:coreProperties>
</file>