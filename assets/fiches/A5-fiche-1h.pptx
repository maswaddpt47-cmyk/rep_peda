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Naviguer sur Internet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qu'Internet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Se connecter au Wi-Fi — Mode d'emploi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 navigateur web : votre porte d'entrée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Anatomie d'une page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grandes étapes que nous allons explorer ensemble durant cet atelier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qu'Internet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Internet, c'est un immense réseau mondial d'ordinateurs, de téléphones et d'appareils connectés entre eux, qui échangent des informations en permanence. On peut l'imaginer comme une gigantesque toile d'araignée planétaire.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connecter au Wi-Fi — Mode d'emploi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Ouvrir Réglages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navigateur web : votre porte d'entrée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navigateur web, c'est le programme que vous utilisez pour afficher des pages Internet. C'est lui qui "traduit" les données du réseau en images, textes et vidéos lisibles à l'écran.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Anatomie d'une page web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ouvrez votre navigateur, voici les éléments essentiels à connaître pour vous repérer 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moteurs de recherche : 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moteur de recherche est un service en ligne qui explore et indexe des milliards de pages web pour vous retourner les résultats les plus pertinents selon vos mots-clés.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Bien formuler sa recherche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qualité de vos résultats dépend directement des mots que vous tapez. Quelques astuces simples pour mieux chercher 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Comprendre une adresse web (URL)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adresse web, ou URL (Uniform Resource Locator), c'est comme l'adresse postale d'une page sur Internet. Elle est unique et permet à votre navigateur de trouver exactement ce que vous cherchez.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