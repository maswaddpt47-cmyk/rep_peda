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C'est lui qui "traduit" les données du réseau en images, textes et vidéos lisibles à l'écran.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repérer 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pages web pour vous retourner les résultats les plus pertinents selon vos mots-clés.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simples pour mieux chercher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page sur Internet. Elle est unique et permet à votre navigateur de trouver exactement ce que vous cherchez.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