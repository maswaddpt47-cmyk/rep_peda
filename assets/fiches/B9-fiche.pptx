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Sécuriser ses achats en ligne et éviter les arnaques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1h18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achats en ligne : qu'est-ce que c'est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arnaques les plus fréquentes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ÉTAPE 1 SUR 3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Comment repérer un faux site ?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de cet atelier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achats en ligne : avantages et risques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Les achats en ligne : qu'est-ce que c'est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Acheter sur internet, c'est commander un produit ou service via un site web et le recevoir…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arnaques les plus fréquentes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Phishing / Hameçonnage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2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ÉTAPE 1 SUR 3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Vérifier que le site est sécurisé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0:24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Comment repérer un faux site ?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Signaux d'alerte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ÉTAPE 2 SUR 3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Identifier un site fiable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