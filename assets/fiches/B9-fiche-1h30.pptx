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Sécuriser ses achats en ligne et éviter les arnaques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repérer un faux site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de cet 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achats en ligne : avantages et risques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achats en ligne : qu'est-ce que c'est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Acheter sur internet, c'est commander un produit ou service via un site web et le recevoir chez soi — souvent en quelques jours.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arnaques les plus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Phishing / Hameçonnage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SUR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Vérifier que le site est sécurisé !!!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repérer un faux site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Signaux d'alerte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Identifier un site fiable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Cherchez les mentions légales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bien lire les avis clients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avis clients sont précieux — mais certains sont faux. Voici comment les décrypter 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Payer en toute sécurité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Carte bancaire ou PayPal uniquement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Quel moyen de paiement choisir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Moyen de paiement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Mes droits après l'achat en ligne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Droit de rétractation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Vous pensez être victime d'une arnaque ? Agissez…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Appelez votre banque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 essentiels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À éviter absolument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https + cadenas avant toute saisie de données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