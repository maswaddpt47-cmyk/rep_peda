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un site fiable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Payer en toute sécurité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pensez être victime d'une arnaque ? Agissez…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Appelez votre banque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À éviter absolument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