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Écrans et Jeunesse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1h21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explorer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État des lieux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jeunes et les écrans : les chiffres qui interpellent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Chapitre 2 — Comprendre les mécanismes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Pourquoi les écrans sont-ils si difficiles à quitter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10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3 — Les risques réels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Quels impacts sur la santé des jeunes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4 — Signaux d'alerte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Comment reconnaître une consommation problématique ?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10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5 — Prévention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stratégies qui fonctionnent vraiment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