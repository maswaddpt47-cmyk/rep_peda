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Écrans et Jeunesse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1h21 | Guide d'animation pour les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Chapitre 1 — État des lieux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Chapitre 2 — Comprendre les mécanismes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Chapitre 3 — Les risques réels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Chapitre 4 — Signaux d'alerte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aujourd'hui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Ce que nous allons explorer ensemble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10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Chapitre 1 — État des lieux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Les jeunes et les écrans : les chiffres qui interpellent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10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Chapitre 2 — Comprendre les mécanismes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Pourquoi les écrans sont-ils si difficiles à quitter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0:26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10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Chapitre 3 — Les risques réels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Quels impacts sur la santé des jeunes ?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0:36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10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Chapitre 4 — Signaux d'alerte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Comment reconnaître une consommation problématique ?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0:46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10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Chapitre 5 — Prévention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Les stratégies qui fonctionnent vraiment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334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334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/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