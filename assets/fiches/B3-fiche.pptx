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son identité numérique avec FranceConnect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1h30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Vous avez besoin d'un compte existant pour utiliser FranceConnect. Suivez ces étapes simpl…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identifiant unique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Trouver et cliquer sur le bouton FranceConnect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Choisir son fournisseur d'identité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3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Valider et accéder à votre espace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Points de vigilance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Communiquer vos identifiants à quelqu'un d'autre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