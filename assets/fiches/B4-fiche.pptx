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démarches administratives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compliquées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de personnes hésitent à effectuer leurs démarches administratives en ligne. Et c'…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partie est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Service-public.fr est le site officiel de l'administration française. Géré par la Directio…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est organisé de manière logique. Voici comment l'utiliser efficacement, étape par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boussole.jeunes.gouv.fr est un outil numérique gratuit conçu spécifiquement pour aider les…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FranceConnect : une clé pour tous les services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FranceConnect est un dispositif officiel de l'État qui vous permet de vous connecter à la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