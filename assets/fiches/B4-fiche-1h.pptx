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Les démarches administratives en ligne</a:t>
            </a:r>
          </a:p>
          <a:p>
            <a:pPr algn="ctr">
              <a:spcBef>
                <a:spcPts val="0"/>
              </a:spcBef>
              <a:spcAft>
                <a:spcPts val="100"/>
              </a:spcAft>
            </a:pPr>
            <a:r>
              <a:rPr sz="800" b="0" i="0">
                <a:solidFill>
                  <a:srgbClr val="6E6E6D"/>
                </a:solidFill>
                <a:latin typeface="Arial"/>
              </a:rPr>
              <a:t>Fiche Action | 1h02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les démarches en ligne semblent compliquées</a:t>
            </a:r>
          </a:p>
          <a:p>
            <a:pPr algn="l">
              <a:spcBef>
                <a:spcPts val="0"/>
              </a:spcBef>
              <a:spcAft>
                <a:spcPts val="100"/>
              </a:spcAft>
            </a:pPr>
            <a:r>
              <a:rPr sz="850" b="0" i="0">
                <a:solidFill>
                  <a:srgbClr val="2B2B2B"/>
                </a:solidFill>
                <a:latin typeface="Arial"/>
              </a:rPr>
              <a:t>&gt; Service-public.fr : votre portail officiel</a:t>
            </a:r>
          </a:p>
          <a:p>
            <a:pPr algn="l">
              <a:spcBef>
                <a:spcPts val="0"/>
              </a:spcBef>
              <a:spcAft>
                <a:spcPts val="100"/>
              </a:spcAft>
            </a:pPr>
            <a:r>
              <a:rPr sz="850" b="0" i="0">
                <a:solidFill>
                  <a:srgbClr val="2B2B2B"/>
                </a:solidFill>
                <a:latin typeface="Arial"/>
              </a:rPr>
              <a:t>&gt; Comment naviguer sur service-public.fr</a:t>
            </a:r>
          </a:p>
          <a:p>
            <a:pPr algn="l">
              <a:spcBef>
                <a:spcPts val="0"/>
              </a:spcBef>
              <a:spcAft>
                <a:spcPts val="100"/>
              </a:spcAft>
            </a:pPr>
            <a:r>
              <a:rPr sz="850" b="0" i="0">
                <a:solidFill>
                  <a:srgbClr val="2B2B2B"/>
                </a:solidFill>
                <a:latin typeface="Arial"/>
              </a:rPr>
              <a:t>&gt; La Boussole des jeunes : pour les 16–30 ans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Pourquoi les démarches en ligne semblent compliq…</a:t>
            </a:r>
          </a:p>
          <a:p>
            <a:pPr algn="l">
              <a:spcBef>
                <a:spcPts val="0"/>
              </a:spcBef>
              <a:spcAft>
                <a:spcPts val="100"/>
              </a:spcAft>
            </a:pPr>
            <a:r>
              <a:rPr sz="8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Voici les grandes étapes que nous allons explorer ensemble aujourd'hui. Chaque partie est conçue pour vous donner des repères concrets et des outils immédiatement utilisables.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Service-public.fr : votre portail officiel</a:t>
            </a:r>
          </a:p>
          <a:p>
            <a:pPr algn="l">
              <a:spcBef>
                <a:spcPts val="0"/>
              </a:spcBef>
              <a:spcAft>
                <a:spcPts val="100"/>
              </a:spcAft>
            </a:pPr>
            <a:r>
              <a:rPr sz="8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Comment naviguer sur service-public.fr</a:t>
            </a:r>
          </a:p>
          <a:p>
            <a:pPr algn="l">
              <a:spcBef>
                <a:spcPts val="0"/>
              </a:spcBef>
              <a:spcAft>
                <a:spcPts val="100"/>
              </a:spcAft>
            </a:pPr>
            <a:r>
              <a:rPr sz="800" b="0" i="0">
                <a:solidFill>
                  <a:srgbClr val="2B2B2B"/>
                </a:solidFill>
                <a:latin typeface="Arial"/>
              </a:rPr>
              <a:t>. Le site est organisé de manière logique. Voici comment l'utiliser efficacement, étape par étape, même si vous n'êtes pas à l'aise avec Internet.</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Boussole des jeunes : pour les 16–30 ans</a:t>
            </a:r>
          </a:p>
          <a:p>
            <a:pPr algn="l">
              <a:spcBef>
                <a:spcPts val="0"/>
              </a:spcBef>
              <a:spcAft>
                <a:spcPts val="100"/>
              </a:spcAft>
            </a:pPr>
            <a:r>
              <a:rPr sz="8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FranceConnect : une clé pour tous les services</a:t>
            </a:r>
          </a:p>
          <a:p>
            <a:pPr algn="l">
              <a:spcBef>
                <a:spcPts val="0"/>
              </a:spcBef>
              <a:spcAft>
                <a:spcPts val="100"/>
              </a:spcAft>
            </a:pPr>
            <a:r>
              <a:rPr sz="8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principaux sites par thème</a:t>
            </a:r>
          </a:p>
          <a:p>
            <a:pPr algn="l">
              <a:spcBef>
                <a:spcPts val="0"/>
              </a:spcBef>
              <a:spcAft>
                <a:spcPts val="100"/>
              </a:spcAft>
            </a:pPr>
            <a:r>
              <a:rPr sz="800" b="0" i="0">
                <a:solidFill>
                  <a:srgbClr val="2B2B2B"/>
                </a:solidFill>
                <a:latin typeface="Arial"/>
              </a:rPr>
              <a:t>. Voici un panorama des sites officiels les plus utiles au quotidien. Tous sont gratuits et accessibles depuis un ordinateur, une tablette ou un smartphone.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n'êtes pas seule : les lieux d'aide</a:t>
            </a:r>
          </a:p>
          <a:p>
            <a:pPr algn="l">
              <a:spcBef>
                <a:spcPts val="0"/>
              </a:spcBef>
              <a:spcAft>
                <a:spcPts val="100"/>
              </a:spcAft>
            </a:pPr>
            <a:r>
              <a:rPr sz="800" b="0" i="0">
                <a:solidFill>
                  <a:srgbClr val="2B2B2B"/>
                </a:solidFill>
                <a:latin typeface="Arial"/>
              </a:rPr>
              <a:t>. Effectuer des démarches en ligne ne veut pas dire être seul face à l'écran. De nombreux professionnels et bénévoles sont là pour vous accompagner, gratuitement, près de chez vous.</a:t>
            </a:r>
          </a:p>
        </p:txBody>
      </p:sp>
      <p:sp>
        <p:nvSpPr>
          <p:cNvPr id="47" name="Rectangle 4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