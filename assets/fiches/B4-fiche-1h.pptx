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a:blip r:embed="rId2"/>
          <a:stretch>
            <a:fillRect/>
          </a:stretch>
        </a:blip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1h02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si_x000B_vous n'êtes pas à l'aise avec Internet.</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ligne_x000B_avec un seul identifiant. Plus besoin de retenir des dizaines de mots de passe différents !</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7" name="Rectangle 46"/>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