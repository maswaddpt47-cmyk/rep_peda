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1h02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 vous n'êtes pas à l'aise avec Internet.</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7" name="Rectangle 4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