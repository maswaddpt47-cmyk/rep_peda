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Créer et gérer votre Espace Personnel sur Mon Espace Santé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1h04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Introduction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s'inscrire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Avant de commencer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par étape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apprendre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Introduction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Mon Espace Santé : c'est quoi exactement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Pourquoi s'inscrire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bénéfices concrets au quotidien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Avant de commencer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dont vous avez besoin pour vous inscrire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par étape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Créer votre compte en 5 étapes simples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Connexion sécurisée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 connecter à Mon Espace Santé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