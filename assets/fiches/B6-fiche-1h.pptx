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Créer et gérer votre Espace Personnel sur Mon Espace Santé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s'inscrire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Avant de commencer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par étape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apprendre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Mon Espace Santé : c'est quoi exactement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s'inscrire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bénéfices concrets au quotidien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Avant de commencer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dont vous avez besoin pour vous inscrire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par étape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compte en 5 étapes simples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Connexion sécurisée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Se connecter à Mon Espace Santé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Personnalisation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Compléter votre profil de santé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Vos documents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Ajouter et organiser vos documents de santé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Partage &amp; Confidentialité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Gérer les accès à votre espace santé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