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Créer et gérer votre espace personnel en ligne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1h48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Ce que vous allez apprendre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À quoi sert un espace personnel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principaux sites administratifs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Ouvrir votre compte Ameli (Assurance Maladie)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Ce que vous allez apprendre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guide couvre toutes les étapes essentielles pour vous sentir à l'aise avec les services…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À quoi sert un espace personnel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 espace personnel, c'est votre coin privé sur le site d'un organisme administratif. Une 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0:18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Les principaux sites administratifs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Chaque organisme dispose de son propre espace en ligne. Voici un aperçu des plateformes le…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0:26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Ouvrir votre compte Ameli (Assurance Maladie)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Ameli.fr est le portail de l'Assurance Maladie. Voici comment créer votre espace personnel…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0:34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Ouvrir votre compte Impôts.gouv.fr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 site impots.gouv.fr vous permet de déclarer vos revenus, consulter vos avis d'impositio…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0:42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Où trouver vos numéros clés ?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Avant de créer vos espaces personnels, repérez ces numéros essentiels sur vos documents. V…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