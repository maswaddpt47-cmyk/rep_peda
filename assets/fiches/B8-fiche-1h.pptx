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Gérer son budget à l'ère numérique</a:t>
            </a:r>
          </a:p>
          <a:p>
            <a:pPr algn="ctr">
              <a:spcBef>
                <a:spcPts val="0"/>
              </a:spcBef>
              <a:spcAft>
                <a:spcPts val="100"/>
              </a:spcAft>
            </a:pPr>
            <a:r>
              <a:rPr sz="800" b="0" i="0">
                <a:solidFill>
                  <a:srgbClr val="6E6E6D"/>
                </a:solidFill>
                <a:latin typeface="Arial"/>
              </a:rPr>
              <a:t>Fiche Action | 1h04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suivre son budget ?</a:t>
            </a:r>
          </a:p>
          <a:p>
            <a:pPr algn="l">
              <a:spcBef>
                <a:spcPts val="0"/>
              </a:spcBef>
              <a:spcAft>
                <a:spcPts val="100"/>
              </a:spcAft>
            </a:pPr>
            <a:r>
              <a:rPr sz="850" b="0" i="0">
                <a:solidFill>
                  <a:srgbClr val="2B2B2B"/>
                </a:solidFill>
                <a:latin typeface="Arial"/>
              </a:rPr>
              <a:t>&gt; Tour d'horizon des applications de budget</a:t>
            </a:r>
          </a:p>
          <a:p>
            <a:pPr algn="l">
              <a:spcBef>
                <a:spcPts val="0"/>
              </a:spcBef>
              <a:spcAft>
                <a:spcPts val="100"/>
              </a:spcAft>
            </a:pPr>
            <a:r>
              <a:rPr sz="850" b="0" i="0">
                <a:solidFill>
                  <a:srgbClr val="2B2B2B"/>
                </a:solidFill>
                <a:latin typeface="Arial"/>
              </a:rPr>
              <a:t>&gt; Applications gratuites vs. payantes</a:t>
            </a:r>
          </a:p>
          <a:p>
            <a:pPr algn="l">
              <a:spcBef>
                <a:spcPts val="0"/>
              </a:spcBef>
              <a:spcAft>
                <a:spcPts val="100"/>
              </a:spcAft>
            </a:pPr>
            <a:r>
              <a:rPr sz="850" b="0" i="0">
                <a:solidFill>
                  <a:srgbClr val="2B2B2B"/>
                </a:solidFill>
                <a:latin typeface="Arial"/>
              </a:rPr>
              <a:t>&gt; Comment bien démarrer : les premières étapes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Un parcours en 8 étapes pour tout comprendre, de zéro à expert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Pourquoi suivre son budget ?</a:t>
            </a:r>
          </a:p>
          <a:p>
            <a:pPr algn="l">
              <a:spcBef>
                <a:spcPts val="0"/>
              </a:spcBef>
              <a:spcAft>
                <a:spcPts val="100"/>
              </a:spcAft>
            </a:pPr>
            <a:r>
              <a:rPr sz="8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Tour d'horizon des applications de budget</a:t>
            </a:r>
          </a:p>
          <a:p>
            <a:pPr algn="l">
              <a:spcBef>
                <a:spcPts val="0"/>
              </a:spcBef>
              <a:spcAft>
                <a:spcPts val="100"/>
              </a:spcAft>
            </a:pPr>
            <a:r>
              <a:rPr sz="800" b="0" i="0">
                <a:solidFill>
                  <a:srgbClr val="2B2B2B"/>
                </a:solidFill>
                <a:latin typeface="Arial"/>
              </a:rPr>
              <a:t>. Il existe aujourd'hui des dizaines d'applications pour gérer ses finances. Voici les plus populaires en France, pour tous les profils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Applications gratuites vs. payantes</a:t>
            </a:r>
          </a:p>
          <a:p>
            <a:pPr algn="l">
              <a:spcBef>
                <a:spcPts val="0"/>
              </a:spcBef>
              <a:spcAft>
                <a:spcPts val="100"/>
              </a:spcAft>
            </a:pPr>
            <a:r>
              <a:rPr sz="800" b="0" i="0">
                <a:solidFill>
                  <a:srgbClr val="2B2B2B"/>
                </a:solidFill>
                <a:latin typeface="Arial"/>
              </a:rPr>
              <a:t>. Pas besoin de dépenser de l'argent pour gérer son argent ! La plupart des outils proposent une version gratuite très complète. Voici comment choisir :</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2 min</a:t>
            </a:r>
          </a:p>
          <a:p>
            <a:pPr algn="l">
              <a:spcBef>
                <a:spcPts val="0"/>
              </a:spcBef>
              <a:spcAft>
                <a:spcPts val="100"/>
              </a:spcAft>
            </a:pPr>
            <a:r>
              <a:rPr sz="900" b="1" i="0">
                <a:solidFill>
                  <a:srgbClr val="2B2B2B"/>
                </a:solidFill>
                <a:latin typeface="Arial"/>
              </a:rPr>
              <a:t>Comment bien démarrer : les premières étapes</a:t>
            </a:r>
          </a:p>
          <a:p>
            <a:pPr algn="l">
              <a:spcBef>
                <a:spcPts val="0"/>
              </a:spcBef>
              <a:spcAft>
                <a:spcPts val="100"/>
              </a:spcAft>
            </a:pPr>
            <a:r>
              <a:rPr sz="800" b="0" i="0">
                <a:solidFill>
                  <a:srgbClr val="2B2B2B"/>
                </a:solidFill>
                <a:latin typeface="Arial"/>
              </a:rPr>
              <a:t>. Se lancer dans la gestion budgétaire numérique ne prend que quelques minutes. Suivez ces étapes simples pour démarrer sur de bonnes bases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Astuces pour optimiser son budget</a:t>
            </a:r>
          </a:p>
          <a:p>
            <a:pPr algn="l">
              <a:spcBef>
                <a:spcPts val="0"/>
              </a:spcBef>
              <a:spcAft>
                <a:spcPts val="100"/>
              </a:spcAft>
            </a:pPr>
            <a:r>
              <a:rPr sz="800" b="0" i="0">
                <a:solidFill>
                  <a:srgbClr val="2B2B2B"/>
                </a:solidFill>
                <a:latin typeface="Arial"/>
              </a:rPr>
              <a:t>. Au-delà des applications, quelques méthodes éprouvées permettent de transformer ses habitudes financières en profondeur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Bons plans &amp; outils pour dépenser moins</a:t>
            </a:r>
          </a:p>
          <a:p>
            <a:pPr algn="l">
              <a:spcBef>
                <a:spcPts val="0"/>
              </a:spcBef>
              <a:spcAft>
                <a:spcPts val="100"/>
              </a:spcAft>
            </a:pPr>
            <a:r>
              <a:rPr sz="800" b="0" i="0">
                <a:solidFill>
                  <a:srgbClr val="2B2B2B"/>
                </a:solidFill>
                <a:latin typeface="Arial"/>
              </a:rPr>
              <a:t>. La gestion de budget ne se limite pas au suivi des dépenses. Il existe aussi d'excellents outils numériques pour payer moins cher au quotidien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Sécurité &amp; confidentialité : ce qu'il faut savoi…</a:t>
            </a:r>
          </a:p>
          <a:p>
            <a:pPr algn="l">
              <a:spcBef>
                <a:spcPts val="0"/>
              </a:spcBef>
              <a:spcAft>
                <a:spcPts val="100"/>
              </a:spcAft>
            </a:pPr>
            <a:r>
              <a:rPr sz="800" b="0" i="0">
                <a:solidFill>
                  <a:srgbClr val="2B2B2B"/>
                </a:solidFill>
                <a:latin typeface="Arial"/>
              </a:rPr>
              <a:t>. La principale réticence à utiliser ces outils est souvent la question de la sécurité. Voici les éléments essentiels pour faire des choix éclairés et serein :</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Vous êtes prête à vous lancer !</a:t>
            </a:r>
          </a:p>
          <a:p>
            <a:pPr algn="l">
              <a:spcBef>
                <a:spcPts val="0"/>
              </a:spcBef>
              <a:spcAft>
                <a:spcPts val="100"/>
              </a:spcAft>
            </a:pPr>
            <a:r>
              <a:rPr sz="800" b="0" i="0">
                <a:solidFill>
                  <a:srgbClr val="2B2B2B"/>
                </a:solidFill>
                <a:latin typeface="Arial"/>
              </a:rPr>
              <a:t>. La gestion de budget numérique n'est pas réservée aux experts en finance. Avec les bons outils, quelques minutes par semaine suffisent pour transformer votre relation à l'argent.</a:t>
            </a:r>
          </a:p>
        </p:txBody>
      </p:sp>
      <p:sp>
        <p:nvSpPr>
          <p:cNvPr id="52" name="Rectangle 5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