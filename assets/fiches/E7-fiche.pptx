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Fiche Action - Atelier L'Intelligence Artificielle pour tous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1h50 | Guide d'animation pour les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DÉFINITION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UN PEU D'HISTOIRE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Comment ça marche ?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L'IA que vous utilisez déjà sans le savoir !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4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Au programme aujourd'hui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Un parcours progressif, du plus simple au plus concret, pour que l'IA n'ait plus de secret…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DÉFINITION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C'est quoi l'Intelligence Artificielle ?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0:14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UN PEU D'HISTOIRE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De la science-fiction à nos smartphones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Comment ça marche ?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L'IA repose sur un principe simple : apprendre à partir d'exemples, comme nous le faisons,…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L'IA que vous utilisez déjà sans le savoir !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Votre boîte mail trie automatiquement les spams grâce à l'IA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0:38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ASSISTANTS VOCAUX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Siri, Alexa, Google comment leur parler ?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334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5334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15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Teleconsultation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Expliquer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ce qu'est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la teleconsultation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son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remboursement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Montrer comment reperer un medecin proposant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video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Simuler la reception du lien et le demarrage de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session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Acceder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mes</a:t>
                      </a:r>
                      <a:r>
                        <a:rPr sz="1050" b="1" spc="-2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Naviguer vers Mon espace sante &gt; Mes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Retrouver une ordonnance ou un resultat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d'analyse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Telecharger ou imprimer un document depuis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Doctolib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