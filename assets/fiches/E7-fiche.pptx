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L'Intelligence Artificielle pour tous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1h50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DÉFINITION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UN PEU D'HISTOIRE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Comment ça marche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L'IA que vous utilisez déjà sans le savoir !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parcours progressif, du plus simple au plus concret, pour que l'IA n'ait plus de secret…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DÉFINITION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C'est quoi l'Intelligence Artificielle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UN PEU D'HISTOIRE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De la science-fiction à nos smartphones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Comment ça marche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L'IA repose sur un principe simple : apprendre à partir d'exemples, comme nous le faisons,…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L'IA que vous utilisez déjà sans le savoir !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Votre boîte mail trie automatiquement les spams grâce à l'IA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ASSISTANTS VOCAUX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Siri, Alexa, Google comment leur parler ?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