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Gérer son budget à l'ère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suivre son budget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Tour d'horizon des applications de budget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Applications gratuites vs. payantes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bien démarrer : les premières étapes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en 8 étapes pour tout comprendre, de zéro à expert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suivre son budget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d'entre nous finissent le mois en se demandant où est passé l'argent. Sans suivi,…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Tour d'horizon des applications de budget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aujourd'hui des dizaines d'applications pour gérer ses finances. Voici les plus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Applications gratuites vs. payantes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besoin de dépenser de l'argent pour gérer son argent ! La plupart des outils proposent…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bien démarrer : les premières étapes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lancer dans la gestion budgétaire numérique ne prend que quelques minutes. Suivez ces é…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Astuces pour optimiser son budget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Au-delà des applications, quelques méthodes éprouvées permettent de transformer ses habitu…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