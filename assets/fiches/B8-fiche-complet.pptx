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Gérer son budget à l'ère numérique</a:t>
            </a:r>
          </a:p>
          <a:p>
            <a:pPr algn="ctr">
              <a:spcBef>
                <a:spcPts val="0"/>
              </a:spcBef>
              <a:spcAft>
                <a:spcPts val="100"/>
              </a:spcAft>
            </a:pPr>
            <a:r>
              <a:rPr sz="800" b="0" i="0">
                <a:solidFill>
                  <a:srgbClr val="6E6E6D"/>
                </a:solidFill>
                <a:latin typeface="Arial"/>
              </a:rPr>
              <a:t>Fiche Action | 1h20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Pourquoi suivre son budget ?</a:t>
            </a:r>
          </a:p>
          <a:p>
            <a:pPr algn="l">
              <a:spcBef>
                <a:spcPts val="0"/>
              </a:spcBef>
              <a:spcAft>
                <a:spcPts val="100"/>
              </a:spcAft>
            </a:pPr>
            <a:r>
              <a:rPr sz="850" b="0" i="0">
                <a:solidFill>
                  <a:srgbClr val="2B2B2B"/>
                </a:solidFill>
                <a:latin typeface="Arial"/>
              </a:rPr>
              <a:t>&gt; Tour d'horizon des applications de budget</a:t>
            </a:r>
          </a:p>
          <a:p>
            <a:pPr algn="l">
              <a:spcBef>
                <a:spcPts val="0"/>
              </a:spcBef>
              <a:spcAft>
                <a:spcPts val="100"/>
              </a:spcAft>
            </a:pPr>
            <a:r>
              <a:rPr sz="850" b="0" i="0">
                <a:solidFill>
                  <a:srgbClr val="2B2B2B"/>
                </a:solidFill>
                <a:latin typeface="Arial"/>
              </a:rPr>
              <a:t>&gt; Applications gratuites vs. payantes</a:t>
            </a:r>
          </a:p>
          <a:p>
            <a:pPr algn="l">
              <a:spcBef>
                <a:spcPts val="0"/>
              </a:spcBef>
              <a:spcAft>
                <a:spcPts val="100"/>
              </a:spcAft>
            </a:pPr>
            <a:r>
              <a:rPr sz="850" b="0" i="0">
                <a:solidFill>
                  <a:srgbClr val="2B2B2B"/>
                </a:solidFill>
                <a:latin typeface="Arial"/>
              </a:rPr>
              <a:t>&gt; Comment bien démarrer : les premières étapes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4 min</a:t>
            </a:r>
          </a:p>
          <a:p>
            <a:pPr algn="l">
              <a:spcBef>
                <a:spcPts val="0"/>
              </a:spcBef>
              <a:spcAft>
                <a:spcPts val="100"/>
              </a:spcAft>
            </a:pPr>
            <a:r>
              <a:rPr sz="900" b="1" i="0">
                <a:solidFill>
                  <a:srgbClr val="2B2B2B"/>
                </a:solidFill>
                <a:latin typeface="Arial"/>
              </a:rPr>
              <a:t>Au programme de cet atelier</a:t>
            </a:r>
          </a:p>
          <a:p>
            <a:pPr algn="l">
              <a:spcBef>
                <a:spcPts val="0"/>
              </a:spcBef>
              <a:spcAft>
                <a:spcPts val="100"/>
              </a:spcAft>
            </a:pPr>
            <a:r>
              <a:rPr sz="800" b="0" i="0">
                <a:solidFill>
                  <a:srgbClr val="2B2B2B"/>
                </a:solidFill>
                <a:latin typeface="Arial"/>
              </a:rPr>
              <a:t>. Un parcours en 8 étapes pour tout comprendre, de zéro à expert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0:06</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Pourquoi suivre son budget ?</a:t>
            </a:r>
          </a:p>
          <a:p>
            <a:pPr algn="l">
              <a:spcBef>
                <a:spcPts val="0"/>
              </a:spcBef>
              <a:spcAft>
                <a:spcPts val="100"/>
              </a:spcAft>
            </a:pPr>
            <a:r>
              <a:rPr sz="800" b="0" i="0">
                <a:solidFill>
                  <a:srgbClr val="2B2B2B"/>
                </a:solidFill>
                <a:latin typeface="Arial"/>
              </a:rPr>
              <a:t>. Beaucoup d'entre nous finissent le mois en se demandant où est passé l'argent. Sans suivi, les petites dépenses s'accumulent silencieusement. Un budget bien tenu, c'est la liberté de faire des choix éclairés.</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Tour d'horizon des applications de budget</a:t>
            </a:r>
          </a:p>
          <a:p>
            <a:pPr algn="l">
              <a:spcBef>
                <a:spcPts val="0"/>
              </a:spcBef>
              <a:spcAft>
                <a:spcPts val="100"/>
              </a:spcAft>
            </a:pPr>
            <a:r>
              <a:rPr sz="800" b="0" i="0">
                <a:solidFill>
                  <a:srgbClr val="2B2B2B"/>
                </a:solidFill>
                <a:latin typeface="Arial"/>
              </a:rPr>
              <a:t>. Il existe aujourd'hui des dizaines d'applications pour gérer ses finances. Voici les plus populaires</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Applications gratuites vs. payantes</a:t>
            </a:r>
          </a:p>
          <a:p>
            <a:pPr algn="l">
              <a:spcBef>
                <a:spcPts val="0"/>
              </a:spcBef>
              <a:spcAft>
                <a:spcPts val="100"/>
              </a:spcAft>
            </a:pPr>
            <a:r>
              <a:rPr sz="800" b="0" i="0">
                <a:solidFill>
                  <a:srgbClr val="2B2B2B"/>
                </a:solidFill>
                <a:latin typeface="Arial"/>
              </a:rPr>
              <a:t>. Pas besoin de dépenser de l'argent pour gérer son argent ! La plupart des outils proposent une version gratuite très complète. Voici comment choisir :</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2 min</a:t>
            </a:r>
          </a:p>
          <a:p>
            <a:pPr algn="l">
              <a:spcBef>
                <a:spcPts val="0"/>
              </a:spcBef>
              <a:spcAft>
                <a:spcPts val="100"/>
              </a:spcAft>
            </a:pPr>
            <a:r>
              <a:rPr sz="900" b="1" i="0">
                <a:solidFill>
                  <a:srgbClr val="2B2B2B"/>
                </a:solidFill>
                <a:latin typeface="Arial"/>
              </a:rPr>
              <a:t>Comment bien démarrer : les premières étapes</a:t>
            </a:r>
          </a:p>
          <a:p>
            <a:pPr algn="l">
              <a:spcBef>
                <a:spcPts val="0"/>
              </a:spcBef>
              <a:spcAft>
                <a:spcPts val="100"/>
              </a:spcAft>
            </a:pPr>
            <a:r>
              <a:rPr sz="800" b="0" i="0">
                <a:solidFill>
                  <a:srgbClr val="2B2B2B"/>
                </a:solidFill>
                <a:latin typeface="Arial"/>
              </a:rPr>
              <a:t>. Se lancer dans la gestion budgétaire numérique ne prend que quelques minutes. Suivez ces étapes simples_x000B_pour démarrer sur de bonnes bases :</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Astuces pour optimiser son budget</a:t>
            </a:r>
          </a:p>
          <a:p>
            <a:pPr algn="l">
              <a:spcBef>
                <a:spcPts val="0"/>
              </a:spcBef>
              <a:spcAft>
                <a:spcPts val="100"/>
              </a:spcAft>
            </a:pPr>
            <a:r>
              <a:rPr sz="800" b="0" i="0">
                <a:solidFill>
                  <a:srgbClr val="2B2B2B"/>
                </a:solidFill>
                <a:latin typeface="Arial"/>
              </a:rPr>
              <a:t>. Au-delà des applications, quelques méthodes éprouvées permettent de transformer ses habitudes_x000B_financières en profondeur :</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Bons plans &amp; outils pour dépenser moins</a:t>
            </a:r>
          </a:p>
          <a:p>
            <a:pPr algn="l">
              <a:spcBef>
                <a:spcPts val="0"/>
              </a:spcBef>
              <a:spcAft>
                <a:spcPts val="100"/>
              </a:spcAft>
            </a:pPr>
            <a:r>
              <a:rPr sz="800" b="0" i="0">
                <a:solidFill>
                  <a:srgbClr val="2B2B2B"/>
                </a:solidFill>
                <a:latin typeface="Arial"/>
              </a:rPr>
              <a:t>. La gestion de budget ne se limite pas au suivi des dépenses. Il existe aussi d'excellents outils numériques pour payer moins cher au quotidien :</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0:48</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Sécurité &amp; confidentialité : ce qu'il faut savoi…</a:t>
            </a:r>
          </a:p>
          <a:p>
            <a:pPr algn="l">
              <a:spcBef>
                <a:spcPts val="0"/>
              </a:spcBef>
              <a:spcAft>
                <a:spcPts val="100"/>
              </a:spcAft>
            </a:pPr>
            <a:r>
              <a:rPr sz="800" b="0" i="0">
                <a:solidFill>
                  <a:srgbClr val="2B2B2B"/>
                </a:solidFill>
                <a:latin typeface="Arial"/>
              </a:rPr>
              <a:t>. La principale réticence à utiliser ces outils est souvent la question de la sécurité. Voici les éléments_x000B_essentiels pour faire des choix éclairés et serein :</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0:56</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Vous êtes prête à vous lancer !</a:t>
            </a:r>
          </a:p>
          <a:p>
            <a:pPr algn="l">
              <a:spcBef>
                <a:spcPts val="0"/>
              </a:spcBef>
              <a:spcAft>
                <a:spcPts val="100"/>
              </a:spcAft>
            </a:pPr>
            <a:r>
              <a:rPr sz="800" b="0" i="0">
                <a:solidFill>
                  <a:srgbClr val="2B2B2B"/>
                </a:solidFill>
                <a:latin typeface="Arial"/>
              </a:rPr>
              <a:t>. La gestion de budget numérique n'est pas réservée aux experts en finance. Avec les bons outils, quelques minutes par semaine suffisent pour transformer votre relation à l'argent.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1:04</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Offre départementale d’Inclusion Numérique</a:t>
            </a:r>
          </a:p>
          <a:p>
            <a:pPr algn="l">
              <a:spcBef>
                <a:spcPts val="0"/>
              </a:spcBef>
              <a:spcAft>
                <a:spcPts val="100"/>
              </a:spcAft>
            </a:pPr>
            <a:r>
              <a:rPr sz="800" b="0" i="0">
                <a:solidFill>
                  <a:srgbClr val="2B2B2B"/>
                </a:solidFill>
                <a:latin typeface="Arial"/>
              </a:rPr>
              <a:t>. Voici les 5 offres et services dispensés par l’équipe départementale</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1:12</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Besoin d'aide ? Nous sommes là !</a:t>
            </a:r>
          </a:p>
          <a:p>
            <a:pPr algn="l">
              <a:spcBef>
                <a:spcPts val="0"/>
              </a:spcBef>
              <a:spcAft>
                <a:spcPts val="100"/>
              </a:spcAft>
            </a:pPr>
            <a:r>
              <a:rPr sz="800" b="0" i="0">
                <a:solidFill>
                  <a:srgbClr val="2B2B2B"/>
                </a:solidFill>
                <a:latin typeface="Arial"/>
              </a:rPr>
              <a:t>. Pour nous joindre</a:t>
            </a:r>
          </a:p>
        </p:txBody>
      </p:sp>
      <p:sp>
        <p:nvSpPr>
          <p:cNvPr id="12" name="Rectangle 1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