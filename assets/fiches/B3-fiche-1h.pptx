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son identité numérique avec FranceConnect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58 min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2 SUR 3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besoin d'un compte existant pour utiliser FranceConnect. Suivez ces étapes simples 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identifiant unique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Trouver et cliquer sur le bouton FranceConnect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Choisir son fournisseur d'identité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Valider et accéder à votre espace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Communiquer vos identifiants à quelqu'un d'autre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DÉPANNAGE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Dépannage — Les erreurs courantes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Aller sur le site cible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CHECKLIST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Checklist de sécurité — Avant de vous connecter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QUIZ D'ÉVALUATION — Testez vos connaissances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Question 1 : Qu'est-ce que FranceConnect ?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