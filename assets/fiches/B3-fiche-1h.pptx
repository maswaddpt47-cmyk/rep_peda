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Créer son identité numérique avec FranceConnect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58 min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Avant de commencer — Vérifiez vos prérequis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que FranceConnect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1 SUR 3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2 SUR 3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Avant de commencer — Vérifiez vos prérequis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Vous avez besoin d'un compte existant pour utiliser FranceConnect. Suivez ces étapes simpl…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que FranceConnect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identifiant unique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ÉTAPE 1 SUR 3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Trouver et cliquer sur le bouton FranceConnect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0:20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2 SUR 3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Choisir son fournisseur d'identité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3 SUR 3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Valider et accéder à votre espace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Points de vigilance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Communiquer vos identifiants à quelqu'un d'autre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