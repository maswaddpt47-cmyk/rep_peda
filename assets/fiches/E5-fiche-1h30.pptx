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Écrans et Jeunesse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1h29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4 — Signaux d'alerte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explorer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jeunes et les écrans : les chiffres qui interpellent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Pourquoi les écrans sont-ils si difficiles à quitter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Quels impacts sur la santé des jeunes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reconnaître une consommation problématique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5 — Prévention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stratégies qui fonctionnent vraiment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6 — Outils concrets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Aménager un environnement numérique sain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7 — Alternatives positives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l'envie d'autre chose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Conclusion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pouvez faire dès demain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Offre départementale d’Inclusion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offres et services dispensés par l’équipe départementale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