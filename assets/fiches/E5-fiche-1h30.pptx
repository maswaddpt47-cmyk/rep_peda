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Écrans et Jeunesse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1h21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1 — État des lieux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2 — Comprendre les mécanismes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3 — Les risques réels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4 — Signaux d'alerte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explorer ensemble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10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1 — État des lieux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jeunes et les écrans : les chiffres qui interpellent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10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2 — Comprendre les mécanismes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Pourquoi les écrans sont-ils si difficiles à quitter 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10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3 — Les risques réels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Quels impacts sur la santé des jeunes 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10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4 — Signaux d'alerte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Comment reconnaître une consommation problématique ?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10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5 — Prévention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stratégies qui fonctionnent vraiment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10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6 — Outils concrets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Aménager un environnement numérique sain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10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7 — Alternatives positives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Créer l'envie d'autre chose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5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Conclusion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pouvez faire dès demain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