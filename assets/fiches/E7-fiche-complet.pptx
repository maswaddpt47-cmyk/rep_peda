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est un outil, pas une magie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PAROLES DE FRANÇAIS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peurs et appréhensions face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