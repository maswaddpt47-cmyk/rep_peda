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1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L'Intelligence Artificielle pour tous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1h50 | Guide d'animation — Conseillers Numériques CD47</a:t>
            </a:r>
          </a:p>
        </p:txBody>
      </p:sp>
      <p:sp>
        <p:nvSpPr>
          <p:cNvPr id="4" name="Rectangle 3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L'IA que vous utilisez déjà sans le savoir !</a:t>
            </a:r>
          </a:p>
        </p:txBody>
      </p:sp>
      <p:sp>
        <p:nvSpPr>
          <p:cNvPr id="6" name="Rectangle 5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parcours progressif, du plus simple au plus concret, pour que l'IA n'ait plus de secrets pour vous.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DÉFINITION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C'est quoi l'Intelligence Artificielle 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UN PEU D'HISTOIRE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 la science-fiction à nos smartphones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ça marche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repose sur un principe simple : apprendre à partir d'exemples, comme nous le faisons, mais à une échelle colossale.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ectangle 29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que vous utilisez déjà sans le savoir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boîte mail trie automatiquement les spams grâce à l'IA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ASSISTANTS VOCAUX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Siri, Alexa, Google comment leur parler 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IA CONVERSATIONNELLE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ChatGPT : à quoi ça sert concrètement ?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Rectangle 44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TextBox 45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L'IA dans la santé, les transports et les servic…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Des exemples proches de vous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Rectangle 49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1" name="TextBox 50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BÉNÉFICES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l'IA peut vous apporter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g-p2.png"/>
          <p:cNvPicPr>
            <a:picLocks noChangeAspect="1"/>
          </p:cNvPicPr>
          <p:nvPr/>
        </p:nvPicPr>
        <p:blipFill>
          <a:blip r:embed="rId2">
            <a:alphaModFix amt="80000"/>
          </a:blip>
          <a:stretch>
            <a:fillRect/>
          </a:stretch>
        </p:blipFill>
        <p:spPr>
          <a:xfrm>
            <a:off x="0" y="0"/>
            <a:ext cx="7556399" cy="10692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RISQUES &amp; LIMITES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il faut se méfier</a:t>
            </a:r>
          </a:p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Comment reconnaître une information générée par 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produit des contenus de plus en plus réalistes. Voici les signes qui doivent alerter 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BONS RÉFLEXES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Utiliser l'IA en toute sécurité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29200" y="2786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29200" y="27864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ctangle 19"/>
          <p:cNvSpPr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63200" y="3081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1:34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03200" y="2851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qu'il faut retenir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L'IA est un outil, pas une magie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29200" y="3535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529200" y="35352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763200" y="38304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1:42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03200" y="3600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PAROLES DE FRANÇAIS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peurs et appréhensions face à l'IA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