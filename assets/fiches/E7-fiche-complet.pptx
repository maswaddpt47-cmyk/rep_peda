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L'Intelligence Artificielle pour tous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1h50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DÉFINITION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UN PEU D'HISTOIRE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Comment ça marche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L'IA que vous utilisez déjà sans le savoir !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parcours progressif, du plus simple au plus concret, pour que l'IA n'ait plus de secret…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DÉFINITION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C'est quoi l'Intelligence Artificielle 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UN PEU D'HISTOIRE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De la science-fiction à nos smartphones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ça marche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L'IA repose sur un principe simple : apprendre à partir d'exemples, comme nous le faisons,…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L'IA que vous utilisez déjà sans le savoir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Votre boîte mail trie automatiquement les spams grâce à l'IA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ASSISTANTS VOCAUX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Siri, Alexa, Google comment leur parler ?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IA CONVERSATIONNELLE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ChatGPT : à quoi ça sert concrètement ?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L'IA dans la santé, les transports et les servic…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Des exemples proches de vous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BÉNÉFICES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l'IA peut vous apporter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RISQUES &amp; LIMITES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dont il faut se méfier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reconnaître une information générée par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L'IA produit des contenus de plus en plus réalistes. Voici les signes qui doivent alerter 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BONS RÉFLEXES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Utiliser l'IA en toute sécurité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2786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27864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1:34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2851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Ce qu'il faut retenir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L'IA est un outil, pas une magie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3535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35352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1:42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3600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PAROLES DE FRANÇAIS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peurs et appréhensions face à l'IA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