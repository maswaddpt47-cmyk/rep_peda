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29200" y="1224000"/>
            <a:ext cx="6498000" cy="46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4388BC"/>
                </a:solidFill>
                <a:latin typeface="Arial"/>
              </a:rPr>
              <a:t>L'Intelligence Artificielle pour tous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Fiche Action | 1h50 | Guide d'animation — Conseillers Numériques CD47</a:t>
            </a:r>
          </a:p>
        </p:txBody>
      </p:sp>
      <p:sp>
        <p:nvSpPr>
          <p:cNvPr id="3" name="Rectangle 2"/>
          <p:cNvSpPr/>
          <p:nvPr/>
        </p:nvSpPr>
        <p:spPr>
          <a:xfrm>
            <a:off x="529200" y="1764000"/>
            <a:ext cx="3024000" cy="900000"/>
          </a:xfrm>
          <a:prstGeom prst="rect">
            <a:avLst/>
          </a:prstGeom>
          <a:solidFill>
            <a:srgbClr val="ECF5FF"/>
          </a:solidFill>
          <a:ln w="1270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19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4388BC"/>
                </a:solidFill>
                <a:latin typeface="Arial"/>
              </a:rPr>
              <a:t>Objectifs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DÉFINITION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UN PEU D'HISTOIRE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Comment ça marche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L'IA que vous utilisez déjà sans le savoir !</a:t>
            </a:r>
          </a:p>
        </p:txBody>
      </p:sp>
      <p:sp>
        <p:nvSpPr>
          <p:cNvPr id="5" name="Rectangle 4"/>
          <p:cNvSpPr/>
          <p:nvPr/>
        </p:nvSpPr>
        <p:spPr>
          <a:xfrm>
            <a:off x="4003200" y="1764000"/>
            <a:ext cx="3024000" cy="900000"/>
          </a:xfrm>
          <a:prstGeom prst="rect">
            <a:avLst/>
          </a:prstGeom>
          <a:solidFill>
            <a:srgbClr val="EBF7F6"/>
          </a:solidFill>
          <a:ln w="12700">
            <a:solidFill>
              <a:srgbClr val="18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093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187C88"/>
                </a:solidFill>
                <a:latin typeface="Arial"/>
              </a:rPr>
              <a:t>Matériel nécessaire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1 PC ou tablette par participant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Connexion Wi-Fi stable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Grand écran / vidéoprojecteur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Fiches mémo (1 par participant)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2736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29200" y="2736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3200" y="2800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4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Au programme aujourd'hui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Un parcours progressif, du plus simple au plus concret, pour que l'IA n'ait plus de secrets pour vous.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9200" y="3484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29200" y="34848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03200" y="3549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DÉFINITION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C'est quoi l'Intelligence Artificielle 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9200" y="4233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29200" y="42336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0:14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3200" y="4298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UN PEU D'HISTOIRE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De la science-fiction à nos smartphones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9200" y="49824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29200" y="49824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0:22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03200" y="50472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Comment ça marche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L'IA repose sur un principe simple : apprendre à partir d'exemples, comme nous le faisons, mais à une échelle colossale.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9200" y="57312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529200" y="57312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03200" y="57960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L'IA que vous utilisez déjà sans le savoir !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Votre boîte mail trie automatiquement les spams grâce à l'IA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9200" y="648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529200" y="6480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03200" y="654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ASSISTANTS VOCAUX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Siri, Alexa, Google comment leur parler ?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29200" y="72287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529200" y="7228799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03200" y="72935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IA CONVERSATIONNELLE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ChatGPT : à quoi ça sert concrètement ?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29200" y="79775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ectangle 42"/>
          <p:cNvSpPr/>
          <p:nvPr/>
        </p:nvSpPr>
        <p:spPr>
          <a:xfrm>
            <a:off x="529200" y="7977599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ectangle 43"/>
          <p:cNvSpPr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0:54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303200" y="80423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L'IA dans la santé, les transports et les servic…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Des exemples proches de vous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29200" y="87263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Rectangle 47"/>
          <p:cNvSpPr/>
          <p:nvPr/>
        </p:nvSpPr>
        <p:spPr>
          <a:xfrm>
            <a:off x="529200" y="8726399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ectangle 48"/>
          <p:cNvSpPr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1:02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303200" y="87911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LES BÉNÉFICES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Ce que l'IA peut vous apporter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29200" y="54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29200" y="5400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03200" y="60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RISQUES &amp; LIMITES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Ce dont il faut se méfier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1288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29200" y="12888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63200" y="15840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3200" y="1584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1:18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3200" y="1353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Comment reconnaître une information générée par 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L'IA produit des contenus de plus en plus réalistes. Voici les signes qui doivent alerter :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9200" y="2037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29200" y="20376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63200" y="23328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63200" y="2332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03200" y="2102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BONS RÉFLEXES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Utiliser l'IA en toute sécurité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9200" y="27864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29200" y="27864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763200" y="30816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63200" y="30816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1:34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3200" y="28512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Ce qu'il faut retenir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L'IA est un outil, pas une magie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9200" y="35352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29200" y="35352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763200" y="38304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63200" y="38304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1:42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03200" y="36000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PAROLES DE FRANÇAIS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Les peurs et appréhensions face à l'IA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9200" y="9684000"/>
            <a:ext cx="6498000" cy="43200"/>
          </a:xfrm>
          <a:prstGeom prst="rect">
            <a:avLst/>
          </a:prstGeom>
          <a:solidFill>
            <a:srgbClr val="F8A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619200" y="9748800"/>
            <a:ext cx="6354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2B2B2B"/>
                </a:solidFill>
                <a:latin typeface="Arial"/>
              </a:rPr>
              <a:t>Conseils pour une bonne animation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Adapter le rythme selon le niveau du groupe.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Laisser les participants manipuler dès que possible.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Prévoir un compte de démonstration pour ne pas exposer de données personnelles.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Terminer en distribuant la fiche mémo — c'est le support qu'ils garderont.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