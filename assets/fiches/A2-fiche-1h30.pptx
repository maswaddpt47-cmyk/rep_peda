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commande directement avec les doigts sur l'écran. La vôtre fonctionne avec Android, le système de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quand elle charge.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d'un lieu public. Sans connexion, de nombreuses applications ne fonctionnent pas.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&amp;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tablette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avez toutes les clés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savez maintenant comment tenir, démarrer, naviguer et sécuriser votre tablette. La pratique fait le reste.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