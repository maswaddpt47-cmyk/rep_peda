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29200" y="1224000"/>
            <a:ext cx="6498000" cy="46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4388BC"/>
                </a:solidFill>
                <a:latin typeface="Arial"/>
              </a:rPr>
              <a:t>Prendre en main la tablette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Fiche Action | 1h14 | Guide d'animation — Conseillers Numériques CD47</a:t>
            </a:r>
          </a:p>
        </p:txBody>
      </p:sp>
      <p:sp>
        <p:nvSpPr>
          <p:cNvPr id="3" name="Rectangle 2"/>
          <p:cNvSpPr/>
          <p:nvPr/>
        </p:nvSpPr>
        <p:spPr>
          <a:xfrm>
            <a:off x="529200" y="1764000"/>
            <a:ext cx="3024000" cy="900000"/>
          </a:xfrm>
          <a:prstGeom prst="rect">
            <a:avLst/>
          </a:prstGeom>
          <a:solidFill>
            <a:srgbClr val="ECF5FF"/>
          </a:solidFill>
          <a:ln w="1270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19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4388BC"/>
                </a:solidFill>
                <a:latin typeface="Arial"/>
              </a:rPr>
              <a:t>Objectifs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C'est quoi, une tablette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Comment tenir sa tablette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Les gestes de base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L'écran d'accueil Android</a:t>
            </a:r>
          </a:p>
        </p:txBody>
      </p:sp>
      <p:sp>
        <p:nvSpPr>
          <p:cNvPr id="5" name="Rectangle 4"/>
          <p:cNvSpPr/>
          <p:nvPr/>
        </p:nvSpPr>
        <p:spPr>
          <a:xfrm>
            <a:off x="4003200" y="1764000"/>
            <a:ext cx="3024000" cy="900000"/>
          </a:xfrm>
          <a:prstGeom prst="rect">
            <a:avLst/>
          </a:prstGeom>
          <a:solidFill>
            <a:srgbClr val="EBF7F6"/>
          </a:solidFill>
          <a:ln w="12700">
            <a:solidFill>
              <a:srgbClr val="18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093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187C88"/>
                </a:solidFill>
                <a:latin typeface="Arial"/>
              </a:rPr>
              <a:t>Matériel nécessaire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1 PC ou tablette par participant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Connexion Wi-Fi stable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Grand écran / vidéoprojecteur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Fiches mémo (1 par participant)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2736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2736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2800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4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Au programme aujourd'hui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TABLETTE ANDROID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3484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29200" y="34848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3200" y="3549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C'est quoi, une tablette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Une tablette, c'est un ordinateur grand comme une feuille A4 — sans clavier fixe. On la co…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9200" y="4233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29200" y="42336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0:14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3200" y="4298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Comment tenir sa tablette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Les bonnes postures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9200" y="4982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29200" y="49824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03200" y="5047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Les gestes de base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La tablette se pilote avec les doigts. Voici les 4 gestes incontournables à connaître :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9200" y="5731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529200" y="57312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03200" y="5796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L'écran d'accueil Android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Ce que vous voyez en premier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9200" y="648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529200" y="6480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03200" y="654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Allumer, éteindre, recharger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Branchez le câble USB-C en bas de la tablette. Un éclair  apparaît en haut de l'écran quan…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9200" y="72287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529200" y="7228799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03200" y="72935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Se connecter à Internet (Wi-Fi)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La tablette se connecte à Internet via le Wi-Fi — le réseau sans fil de votre domicile ou …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9200" y="79775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ectangle 42"/>
          <p:cNvSpPr/>
          <p:nvPr/>
        </p:nvSpPr>
        <p:spPr>
          <a:xfrm>
            <a:off x="529200" y="7977599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0:54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03200" y="80423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12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Bonnes pratiques &amp; sécurité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Protégez votre tablette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29200" y="87263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Rectangle 47"/>
          <p:cNvSpPr/>
          <p:nvPr/>
        </p:nvSpPr>
        <p:spPr>
          <a:xfrm>
            <a:off x="529200" y="8726399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/>
          <p:cNvSpPr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1:06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303200" y="87911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Vous avez toutes les clés !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Vous savez maintenant comment tenir, démarrer, naviguer et sécuriser votre tablette. La pr…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29200" y="9684000"/>
            <a:ext cx="6498000" cy="43200"/>
          </a:xfrm>
          <a:prstGeom prst="rect">
            <a:avLst/>
          </a:prstGeom>
          <a:solidFill>
            <a:srgbClr val="F8A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TextBox 52"/>
          <p:cNvSpPr txBox="1"/>
          <p:nvPr/>
        </p:nvSpPr>
        <p:spPr>
          <a:xfrm>
            <a:off x="619200" y="9748800"/>
            <a:ext cx="6354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2B2B2B"/>
                </a:solidFill>
                <a:latin typeface="Arial"/>
              </a:rPr>
              <a:t>Conseils pour une bonne animation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Adapter le rythme selon le niveau du groupe.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Laisser les participants manipuler dès que possible.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Prévoir un compte de démonstration pour ne pas exposer de données personnelles.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Terminer en distribuant la fiche mémo — c'est le support qu'ils garderont.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