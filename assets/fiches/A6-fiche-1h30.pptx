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Sécuriser son environnement numérique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1h34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 paysage des menaces numériques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Savoir reconnaître une tentative de phishing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Des mots de passe vraiment solides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gestionnaires de mots de passe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voir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 paysage des menaces numériques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jour, des millions de tentatives d'escroquerie circulent sur internet. Pas besoin d'être une cible de choix pour être touché — les attaques sont souvent automatisées et touchent tout le monde indifféremment.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Savoir reconnaître une tentative de phishing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signaux d'alarme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Des mots de passe vraiment solides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mot de passe faible, c'est comme laisser la clé sous le paillasson. Pourtant, "123456" reste le mot de passe le plus utilisé en France. Voici comment construire une protection réelle.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gestionnaires de mots de passe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Retenir des dizaines de mots de passe complexes et uniques est humainement impossible. C'est précisément pour ça que les gestionnaires de mots de passe existent — et ils sont bien plus sûrs que le carnet papier ou le fichier Excel 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L'authentification à deux facteurs (2FA)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Même avec un mot de passe fort, un compte peut être compromis si ce mot de passe est volé. Le 2FA ajoute un second verrou : même si quelqu'un connaît votre mot de passe, il ne peut pas entrer sans le second code.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Protéger ses appareils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mises à jour : ennuyeuses mais vitales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Sauvegarder ses données : la règle du 3-2-1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Ransomware, panne matérielle, vol d'ordinateur, inondation — les risques de perdre vos données sont réels et variés. La règle du 3-2-1 est le standard recommandé par les experts en sécurité.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réseaux Wi-Fi publics : terrain miné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Wi-Fi gratuit du café ou de l'hôtel est pratique — mais c'est aussi un terrain de chasse pour les pirates. Sur un réseau non sécurisé, vos données peuvent être interceptées sans que vous ne vous en rendiez compte.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Naviguer sur le web en préservant sa vie privée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navigateur vous traque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La sécurité sur les réseaux sociaux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Vos réseaux sociaux sont souvent la porte d'entrée la plus facile pour les escrocs et les usurpateurs d'identité. Un profil trop ouvert, c'est une invitation.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Votre kit de survie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une synthèse des outils recommandés lors de cet atelier — tous libres, respectueux de votre vie privée, et pour la plupart gratuits. Ces choix s'inscrivent dans l'esprit des Communs numériques.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876400"/>
            <a:ext cx="6498000" cy="1065600"/>
          </a:xfrm>
          <a:prstGeom prst="rect">
            <a:avLst/>
          </a:prstGeom>
          <a:solidFill>
            <a:srgbClr val="FFF8EF"/>
          </a:solidFill>
          <a:ln w="19050">
            <a:solidFill>
              <a:srgbClr val="E67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876400"/>
            <a:ext cx="6498000" cy="1980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1200" y="2905200"/>
            <a:ext cx="6354000" cy="162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Blocs optionnels — À aborder si le temps le permet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00" y="3074400"/>
            <a:ext cx="6498000" cy="144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7200" y="3117600"/>
            <a:ext cx="6300000" cy="76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E67D21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Numérique responsable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67D21"/>
                </a:solidFill>
                <a:latin typeface="Arial"/>
              </a:rPr>
              <a:t>OPT.  </a:t>
            </a:r>
            <a:r>
              <a:rPr sz="800">
                <a:solidFill>
                  <a:srgbClr val="2B2B2B"/>
                </a:solidFill>
                <a:latin typeface="Arial"/>
              </a:rPr>
              <a:t>. Sécurité et sobriété numérique : deux alliés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sécurité numérique et la sobriété vont de pair. Moins d'applications installées, moins de comptes ouverts — c'est aussi moins de surface d'attaque et moins de données exposées.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Faites le ménage dans vos applications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