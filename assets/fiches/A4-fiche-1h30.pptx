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Télécharger et gérer ses applications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1h28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C'est quoi une application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deux grandes boutiques d'applications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Chercher et trouver la bonne application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Télécharger une application : étape par étape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grandes étapes que nous allons explorer ensemble aujourd'hui. Chaque thème est p…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C'est quoi une application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application (ou « app ») est un petit programme que vous installez sur votre smartphon…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deux grandes boutiques d'applications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Selon votre téléphone, vous accédez à une boutique officielle différente. C'est là que vou…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Chercher et trouver la bonne application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Avant de télécharger, prenez le temps de chercher et de comparer. Une bonne application es…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Télécharger une application : étape par étape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processus est identique sur iOS et Android. Sur iPhone, le bouton s'appelle « Obtenir »…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Organiser ses applications sur l'écran d'accueil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Au fil du temps, les applications s'accumulent et l'écran d'accueil devient difficile à li…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Mettre à jour ses applications : pourquoi c'est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mise à jour, c'est comme une révision de voiture : elle corrige les problèmes, amélior…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Désinstaller une application : comment et quand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Supprimer des applications inutilisées est une excellente habitude : cela libère de l'espa…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Gérer l'espace de stockage de son téléphone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applications, photos et vidéos prennent de la place. Quand le téléphone est plein, il 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autorisations d'applications : ce qu'il faut…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installez une application, elle peut vous demander d'accéder à certaines foncti…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Applications gratuites, payantes et achats intég…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Comprendre les modèles économiques des applications vous évitera les mauvaises surprises s…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Applications en arrière-plan : gérer la batterie…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Certaines applications continuent de fonctionner même quand vous ne les utilisez pas, cons…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