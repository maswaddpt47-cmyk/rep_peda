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pensé pour vous donner confiance et autonomie dans votre vie numérique quotidienne.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smartphone pour accomplir une tâche précise. Comme les outils dans une boîte à outils : chaque app a sa fonction.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vous trouverez toutes les applications vérifiées et sécurisées.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est celle qui correspond vraiment à votre besoin — pas forcément la première qui apparaît.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 pour les apps gratuites et affiche le prix pour les apps payantes. Sur Android, le bouton s'appelle « Installer ». Une fois téléchargée, l'icône apparaît automatiquement sur votre écran d'accueil.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lire. Voici comment garder un téléphone bien rangé et agréable à utiliser.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améliore les performances et renforce la sécurité. Ne les ignorez pas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l'espace, améliore les performances de votre téléphone et renforce votre vie privée.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ralentit et ne peut plus recevoir de mises à jour. Voici comment surveiller et optimiser l'espace disponible.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autorisations d'applications : ce qu'il faut…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installez une application, elle peut vous demander d'accéder à certaines fonctions de votre téléphone. Vous avez toujours le choix d'accepter ou refuser.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gratuites, payantes et achats intég…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Comprendre les modèles économiques des applications vous évitera les mauvaises surprises sur votre facture. Voici un tour d'horizon clair.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en arrière-plan : gérer la batterie…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Certaines applications continuent de fonctionner même quand vous ne les utilisez pas, consommant batterie et données mobiles. Apprenez à les contrôler.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