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Télécharger et gérer ses applications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1h28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C'est quoi une application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deux grandes boutiques d'applications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Chercher et trouver la bonne application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Télécharger une application : étape par étape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de cet atelier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les grandes étapes que nous allons explorer ensemble aujourd'hui. Chaque thème est pensé pour vous donner confiance et autonomie dans votre vie numérique quotidienne.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C'est quoi une application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application (ou « app ») est un petit programme que vous installez sur votre smartphone pour accomplir une tâche précise. Comme les outils dans une boîte à outils : chaque app a sa fonction.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deux grandes boutiques d'applications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Selon votre téléphone, vous accédez à une boutique officielle différente. C'est là que vous trouverez toutes les applications vérifiées et sécurisées.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Chercher et trouver la bonne application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Avant de télécharger, prenez le temps de chercher et de comparer. Une bonne application est celle qui correspond vraiment à votre besoin — pas forcément la première qui apparaît.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Télécharger une application : étape par étape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processus est identique sur iOS et Android. Sur iPhone, le bouton s'appelle « Obtenir » pour les apps gratuites et affiche le prix pour les apps payantes. Sur Android, le bouton s'appelle « Installer ». Une fois téléchargée, l'icône apparaît automatiquement sur votre écran d'accueil.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Organiser ses applications sur l'écran d'accueil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Au fil du temps, les applications s'accumulent et l'écran d'accueil devient difficile à lire. Voici comment garder un téléphone bien rangé et agréable à utiliser.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Mettre à jour ses applications : pourquoi c'est 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mise à jour, c'est comme une révision de voiture : elle corrige les problèmes, améliore les performances et renforce la sécurité. Ne les ignorez pas !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Désinstaller une application : comment et quand 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Supprimer des applications inutilisées est une excellente habitude : cela libère de l'espace, améliore les performances de votre téléphone et renforce votre vie privée.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Gérer l'espace de stockage de son téléphone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applications, photos et vidéos prennent de la place. Quand le téléphone est plein, il ralentit et ne peut plus recevoir de mises à jour. Voici comment surveiller et optimiser l'espace disponible.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autorisations d'applications : ce qu'il faut…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Quand vous installez une application, elle peut vous demander d'accéder à certaines fonctions de votre téléphone. Vous avez toujours le choix d'accepter ou refuser.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Applications gratuites, payantes et achats intég…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Comprendre les modèles économiques des applications vous évitera les mauvaises surprises sur votre facture. Voici un tour d'horizon clair.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Applications en arrière-plan : gérer la batterie…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Certaines applications continuent de fonctionner même quand vous ne les utilisez pas, consommant batterie et données mobiles. Apprenez à les contrôler.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