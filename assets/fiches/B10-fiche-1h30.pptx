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Doctolib &amp; Téléconsultation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1h17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Chapitre 1 — La plateforme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Pourquoi l'utiliser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Sécurité &amp; confiance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Chapitre 2 — Naviguer sur le site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nous allons découvrir ensemble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1 — La plateforme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Doctolib, c'est quoi exactement 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Pourquoi l'utiliser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avantages concrets pour vous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Sécurité &amp; confiance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Vos données de santé sont-elles en sécurité ?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2 — Naviguer sur le site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Créer votre compte Doctolib pas à pas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Trouver un professionnel de santé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Chercher et choisir son médecin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Prendre rendez-vous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De la recherche à la confirmation en 4 clics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3 — La téléconsultation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Consulter un médecin depuis votre canapé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Comment ça se passe concrètement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Déroulé d'une téléconsultation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Remboursement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Est-ce que c'est remboursé par la Sécurité sociale ?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12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Bonnes pratiques numériques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Comment adopter un usage éco-conscient de Doctolib 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5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Questions fréquentes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vous nous demandez le plus souvent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2876400"/>
            <a:ext cx="6498000" cy="1897199"/>
          </a:xfrm>
          <a:prstGeom prst="rect">
            <a:avLst/>
          </a:prstGeom>
          <a:solidFill>
            <a:srgbClr val="FFF8EF"/>
          </a:solidFill>
          <a:ln w="19050">
            <a:solidFill>
              <a:srgbClr val="E67D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2876400"/>
            <a:ext cx="6498000" cy="198000"/>
          </a:xfrm>
          <a:prstGeom prst="rect">
            <a:avLst/>
          </a:prstGeom>
          <a:solidFill>
            <a:srgbClr val="E6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01200" y="2905200"/>
            <a:ext cx="6354000" cy="162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Blocs optionnels — À aborder si le temps le permet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9200" y="3074400"/>
            <a:ext cx="6498000" cy="14400"/>
          </a:xfrm>
          <a:prstGeom prst="rect">
            <a:avLst/>
          </a:prstGeom>
          <a:solidFill>
            <a:srgbClr val="E6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37200" y="3117600"/>
            <a:ext cx="6300000" cy="766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E67D21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4 — Numérique responsable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800" b="1">
                <a:solidFill>
                  <a:srgbClr val="E67D21"/>
                </a:solidFill>
                <a:latin typeface="Arial"/>
              </a:rPr>
              <a:t>OPT.  </a:t>
            </a:r>
            <a:r>
              <a:rPr sz="800">
                <a:solidFill>
                  <a:srgbClr val="2B2B2B"/>
                </a:solidFill>
                <a:latin typeface="Arial"/>
              </a:rPr>
              <a:t>. Quel est l'impact environnemental du numérique médical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numérique n'est pas neutre pour la planète. Un data center, une connexion internet, un smartphone — tout cela consomme de l'énergie. Mais comparé aux déplacements en voiture qu'il évite, le bilan peut être très favorable.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trajet évité = gros gain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3906000"/>
            <a:ext cx="6498000" cy="14400"/>
          </a:xfrm>
          <a:prstGeom prst="rect">
            <a:avLst/>
          </a:prstGeom>
          <a:solidFill>
            <a:srgbClr val="E6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37200" y="3949200"/>
            <a:ext cx="6300000" cy="766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E67D21"/>
                </a:solidFill>
                <a:latin typeface="Arial"/>
              </a:rPr>
              <a:t>5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Pour aller plus loin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800" b="1">
                <a:solidFill>
                  <a:srgbClr val="E67D21"/>
                </a:solidFill>
                <a:latin typeface="Arial"/>
              </a:rPr>
              <a:t>OPT.  </a:t>
            </a:r>
            <a:r>
              <a:rPr sz="800">
                <a:solidFill>
                  <a:srgbClr val="2B2B2B"/>
                </a:solidFill>
                <a:latin typeface="Arial"/>
              </a:rPr>
              <a:t>. Ce que vous pouvez faire dès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Vous avez maintenant toutes les clés pour utiliser Doctolib sereinement. Voici comment passer à l'action dès la fin de cet atelier 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1. Créez votre compte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