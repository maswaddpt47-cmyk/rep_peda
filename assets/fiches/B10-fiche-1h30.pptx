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Doctolib &amp; Téléconsultation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1h33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Naviguer sur le site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découvrir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La plateforme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Doctolib, c'est quoi exactement 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Pourquoi l'utiliser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avantages concrets pour vous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Sécurité &amp; confiance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données de santé sont-elles en sécurité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Naviguer sur le site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Créer votre compte Doctolib pas à pas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Trouver un professionnel de santé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Chercher et choisir son médecin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Prendre rendez-vous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recherche à la confirmation en 4 clics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La téléconsultation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Consulter un médecin depuis votre canapé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se passe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Déroulé d'une téléconsultation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Remboursement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Est-ce que c'est remboursé par la Sécurité sociale ?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Bonnes pratiques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adopter un usage éco-conscient de Doctolib 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Questions fréquentes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vous nous demandez le plus souvent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Offre départementale d’Inclusion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les 5 offres et services dispensés par l’équipe départementale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Besoin d'aide ? Nous sommes là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 nous joindre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4374000"/>
            <a:ext cx="6498000" cy="1897199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4374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01200" y="4402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29200" y="45720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37200" y="4615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	 — 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Quel est l'impact environnemental du numérique médical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numérique n'est pas neutre pour la planète. Un data center, une connexion internet, un smartphone — tout cela consomme de l'énergie. Mais comparé aux déplacements en voiture qu'il évite, le bilan peut être très favorable.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trajet évité = gros gain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54036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637200" y="54468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5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Pour aller plus loin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Ce que vous pouvez faire dès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Vous avez maintenant toutes les clés pour utiliser Doctolib sereinement. Voici comment passer à l'action dès_x000B_la fin de cet atelier :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1. Créez votre compte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