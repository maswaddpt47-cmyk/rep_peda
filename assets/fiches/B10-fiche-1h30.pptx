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1h17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Quel est l'impact environnemental du numérique médical ?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