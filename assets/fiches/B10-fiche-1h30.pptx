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9060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7200" y="3949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