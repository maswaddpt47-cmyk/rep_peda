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Doctolib &amp; Téléconsultation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1h17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Naviguer sur le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découvrir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Doctolib, c'est quoi exactement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avantages concrets pour vous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données de santé sont-elles en sécurité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Naviguer sur le site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Doctolib pas à pas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Trouver un professionnel de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Chercher et choisir son médecin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Prendre rendez-vous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recherche à la confirmation en 4 clics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La téléconsultation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Consulter un médecin depuis votre canapé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se passe concrètement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Déroulé d'une téléconsultation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Est-ce que c'est remboursé par la Sécurité sociale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Bonnes pratiques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Comment adopter un usage éco-conscient de Doctolib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Questions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nous demandez le plus souvent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876400"/>
            <a:ext cx="6498000" cy="1897199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8764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01200" y="29052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200" y="30744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7200" y="31176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4 — 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Quel est l'impact environnemental du numérique médical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numérique n'est pas neutre pour la planète. Un data center, une connexio…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trajet évité = gros gain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9060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7200" y="39492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 aller plus loin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Ce que vous pouvez faire dès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avez maintenant toutes les clés pour utiliser Doctolib sereinement. Vo…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1. Créez votre compte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