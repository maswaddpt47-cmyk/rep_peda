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chasse pour les pirates. Sur un réseau non sécurisé, vos données peuvent être interceptées sans que vous ne vous en rendiez compte.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usurpateurs d'identité. Un profil trop ouvert, c'est une invitation.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de votre vie privée, et pour la plupart gratuits. Ces choix s'inscrivent dans l'esprit des Communs numériques.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n'est pas une destination, c'est une habitude. Voici les cinq actions concrètes à mettre en place dès cette semaine — par ordre de priorité et d'impact.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