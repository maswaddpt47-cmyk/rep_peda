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6252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6252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1200" y="36540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9200" y="38232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7200" y="38664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