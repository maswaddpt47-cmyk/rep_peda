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son environnement numérique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gestionnaires de mots de passe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voir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jour, des millions de tentatives d'escroquerie circulent sur internet. Pas besoin d'être une cible de choix pour être touché — les attaques sont souvent automatisées et touchent tout le monde indifféremment.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signaux d'alarme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mot de passe faible, c'est comme laisser la clé sous le paillasson. Pourtant, "123456" reste le mot de passe le plus utilisé en France. Voici comment construire une protection réelle.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gestionnaires de mots de passe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Retenir des dizaines de mots de passe complexes et uniques est humainement impossible. C'est précisément pour ça que les gestionnaires de mots de passe existent — et ils sont bien plus sûrs que le carnet papier ou le fichier Excel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L'authentification à deux facteurs (2FA)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Même avec un mot de passe fort, un compte peut être compromis si ce mot de passe est volé. Le 2FA ajoute un second verrou : même si quelqu'un connaît votre mot de passe, il ne peut pas entrer sans le second code.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Protéger ses appareils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mises à jour : ennuyeuses mais vitales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Sauvegarder ses données : la règle du 3-2-1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Ransomware, panne matérielle, vol d'ordinateur, inondation — les risques de perdre vos données sont réels et variés. La règle du 3-2-1 est le standard recommandé par les experts en sécurité.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réseaux Wi-Fi publics : terrain miné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Wi-Fi gratuit du café ou de l'hôtel est pratique — mais c'est aussi un terrain de chasse pour les pirates. Sur un réseau non sécurisé, vos données peuvent être interceptées sans que vous ne vous en rendiez compte.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Naviguer sur le web en préservant sa vie privée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navigateur vous traque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La sécurité sur les réseaux sociaux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réseaux sociaux sont souvent la porte d'entrée la plus facile pour les escrocs et les usurpateurs d'identité. Un profil trop ouvert, c'est une invitation.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Votre kit de survie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une synthèse des outils recommandés lors de cet atelier — tous libres, respectueux de votre vie privée, et pour la plupart gratuits. Ces choix s'inscrivent dans l'esprit des Communs numériques.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que vous pouvez faire dès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sécurité numérique n'est pas une destination, c'est une habitude. Voici les cinq actions concrètes à mettre en place dès cette semaine — par ordre de priorité et d'impact.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