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n'est pas une destination, c'est une habitude. Voici les cinq action…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