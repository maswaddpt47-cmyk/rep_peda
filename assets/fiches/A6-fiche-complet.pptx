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d'être une cible de choix pour être touché — les attaques sont souvent automatisées et touchent tout le monde indifféremment.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reste le mot de passe le plus utilisé en France. Voici comment construire une protection réelle.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C'est précisément pour ça que les gestionnaires de mots de passe existent — et ils sont bien plus sûrs que le carnet papier ou le fichier Excel !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 Le 2FA ajoute un second verrou : même si quelqu'un connaît votre mot de passe, il ne peut pas entrer sans le second code.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données sont réels et variés. La règle du 3-2-1 est le standard recommandé par les experts en sécurité.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réseaux Wi-Fi publics : terrain 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Wi-Fi gratuit du café ou de l'hôtel est pratique — mais c'est aussi un terrain de chasse pour les pirates. Sur un réseau non sécurisé, vos données peuvent être interceptées sans que vous ne vous en rendiez compte.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le web en préservant sa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navigateur vous traque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sécurité sur les réseaux sociaux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réseaux sociaux sont souvent la porte d'entrée la plus facile pour les escrocs et les usurpateurs d'identité. Un profil trop ouvert, c'est une invitation.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Votre kit de survie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une synthèse des outils recommandés lors de cet atelier — tous libres, respectueux de votre vie privée, et pour la plupart gratuits. Ces choix s'inscrivent dans l'esprit des Communs numériques.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n'est pas une destination, c'est une habitude. Voici les cinq actions concrètes à mettre en place dès cette semaine — par ordre de priorité et d'impact.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