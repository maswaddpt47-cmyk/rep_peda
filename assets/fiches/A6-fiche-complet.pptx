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réseaux Wi-Fi publics : terrain 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Wi-Fi gratuit du café ou de l'hôtel est pratique — mais c'est aussi un terrain de chass…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le web en préservant sa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navigateur vous traque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sécurité sur les réseaux sociaux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réseaux sociaux sont souvent la porte d'entrée la plus facile pour les escrocs et les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Votre kit de survie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une synthèse des outils recommandés lors de cet atelier — tous libres, respectueux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n'est pas une destination, c'est une habitude. Voici les cinq action…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6252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6252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01200" y="36540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9200" y="38232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37200" y="38664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