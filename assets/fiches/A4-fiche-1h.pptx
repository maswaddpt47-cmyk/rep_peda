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Télécharger et gérer ses applications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1h04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C'est quoi une application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deux grandes boutiques d'applications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Chercher et trouver la bonne application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Télécharger une application : étape par étape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Voici les grandes étapes que nous allons explorer ensemble aujourd'hui. Chaque thème est p…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C'est quoi une application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application (ou « app ») est un petit programme que vous installez sur votre smartphon…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deux grandes boutiques d'applications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Selon votre téléphone, vous accédez à une boutique officielle différente. C'est là que vou…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Chercher et trouver la bonne application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télécharger, prenez le temps de chercher et de comparer. Une bonne application es…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Télécharger une application : étape par étape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processus est identique sur iOS et Android. Sur iPhone, le bouton s'appelle « Obtenir »…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Organiser ses applications sur l'écran d'accueil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Au fil du temps, les applications s'accumulent et l'écran d'accueil devient difficile à li…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