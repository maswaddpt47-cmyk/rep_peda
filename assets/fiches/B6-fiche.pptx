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et gérer votre Espace Personnel sur Mon Espace Santé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1h49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apprendre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Mon Espace Santé :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bénéfices concrets au quotidien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dont vous avez besoin pour vous inscrire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en 5 étapes simples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Connexion sécurisée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connecter à Mon Espace Santé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