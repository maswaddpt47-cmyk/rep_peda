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54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commande directement avec les doigts sur l'écran. La vôtre fonctionne avec Android, le système de Google.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quand elle charge.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d'un lieu public. Sans connexion, de nombreuses applications ne fonctionnent pas.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