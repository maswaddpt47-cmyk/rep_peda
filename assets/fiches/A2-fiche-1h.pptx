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la tablette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54 min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quoi, une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tenir sa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de base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L'écran d'accueil Android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TABLETTE ANDROID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quoi, une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tablette, c'est un ordinateur grand comme une feuille A4 — sans clavier fixe. On la co…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tenir sa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bonnes postures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de base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tablette se pilote avec les doigts. Voici les 4 gestes incontournables à connaître 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L'écran d'accueil Android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voyez en premier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Allumer, éteindre, recharger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Branchez le câble USB-C en bas de la tablette. Un éclair  apparaît en haut de l'écran quan…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 (Wi-Fi)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tablette se connecte à Internet via le Wi-Fi — le réseau sans fil de votre domicile ou 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