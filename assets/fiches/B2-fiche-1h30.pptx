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Pièces jointes par e-mail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1h26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types de fichiers — Ce que disent les extensions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Outlook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Qu'est-ce qu'une pièce jointe 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types de fichiers — Ce que disent les extens…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fichier porte une extension — les quelques lettres après le point dans son nom (ex. : photo.jpg). C'est votre premier repère pour savoir de quoi il s'agit.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Gmail est l'un des services de messagerie les plus utilisés en France. Joindre un fichier est simple et rapide depuis un ordinateur ou un smartphone.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Outlook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ordinateur (application)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Proton Mail est une messagerie axée sur la confidentialité et le chiffrement. Populaire auprès de ceux qui souhaitent protéger leurs échanges, elle reste simple à utiliser au quotidien.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service a ses forces. Voici un aperçu rapide pour choisir ou mieux comprendre celui que vous utilisez.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recevez un e-mail avec une pièce jointe, une icône de trombone apparaît dans la liste de vos messages. À l'ouverture, le fichier est affiché en bas ou en haut du message selon le service utilisé.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Retrouver ses pièces jointes téléchargées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téléchargé, où se trouve le fichier ? C'est souvent une source de confusion. Voici comment le retrouver facilement selon votre appareil.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pièges à éviter absolument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majorité des cyberattaques arrivent par e-mail. Reconnaître un fichier suspect peut vous éviter de graves désagréments : virus, vol de données, arnaques financières.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signaux d'alarme — Infographie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 vous reconnaissez un seul de ces signaux dans un e-mail reçu, la prudence s'impose. En cas de doute, supprimez le message sans ouvrir la pièce jointe.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