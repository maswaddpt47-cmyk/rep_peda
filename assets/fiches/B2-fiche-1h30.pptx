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1h26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	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comprendre_x000B_celui que vous utilisez.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Retrouver ses pièces jointes téléchargées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téléchargé, où se trouve le fichier ? C'est souvent une source de confusion. Voici comment le retrouver facilement selon votre appareil.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pièges à éviter absolument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majorité des cyberattaques arrivent par e-mail. Reconnaître un fichier suspect peut vous éviter de graves désagréments : virus, vol de données, arnaques financières.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signaux d'alarme — Infographie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 vous reconnaissez un seul de ces signaux dans un e-mail reçu, la prudence s'impose. En cas de doute,_x000B_supprimez le message sans ouvrir la pièce jointe.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