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 supprimez le message sans ouvrir la pièce jointe.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