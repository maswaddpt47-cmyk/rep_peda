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 administratifs en ligne. Voici le programme 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fois connecté, vous pouvez tout faire à distance, sans vous déplacer ni attendre en file d'attente.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les plus utilisées en France et de ce que chacune propose 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 étape par étape.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d'imposition et gérer votre prélèvement à la source. Voici ce qu'il faut pour créer votre espace.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 Voici où les trouver facilement.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aurez besoin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