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blipFill>
          <a:blip r:embed="rId2"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Créer et gérer votre espace personnel en ligne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Ouvrir votre compte Ameli (Assurance Maladie)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Ce que vous allez apprendre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guide couvre toutes les étapes essentielles pour vous sentir à l'aise avec les services administratifs_x000B_en ligne. Voici le programme :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À quoi sert un espace personnel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espace personnel, c'est votre coin privé sur le site d'un organisme administratif. Une fois connecté, vous pouvez tout faire à distance, sans vous déplacer ni attendre en file d'attente.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principaux sites administratifs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organisme dispose de son propre espace en ligne. Voici un aperçu des plateformes les plus utilisées en France et de ce que chacune propose 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Ameli (Assurance Maladie)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Ameli.fr est le portail de l'Assurance Maladie. Voici comment créer votre espace personnel étape par étape.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Ouvrir votre compte Impôts.gouv.fr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site impots.gouv.fr vous permet de déclarer vos revenus, consulter vos avis d'imposition et gérer_x000B_votre prélèvement à la source. Voici ce qu'il faut pour créer votre espace.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0:42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Où trouver vos numéros clés ?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Avant de créer vos espaces personnels, repérez ces numéros essentiels sur vos documents._x000B_Voici où les trouver facilement.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Créer votre espace personnel : ce qu'il faut pré…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dont vous aurez besoin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2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étapes de création de votre compte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Choisir mot de passe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