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 V…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aurez besoin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