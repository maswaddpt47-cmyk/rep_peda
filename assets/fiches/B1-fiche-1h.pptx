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Prenez en main votre boîte mail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1h02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Pourquoi la messagerie, c'est important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trois grandes messageries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Anatomie d'une boîte 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Lire et comprendre un e-mail reçu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allez apprendre aujourd'hui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Pourquoi la messagerie, c'est important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Aujourd'hui, l'e-mail est devenu incontournable : administrations, banques, médecins, famille tout passe par là. Contrairement aux réseaux sociaux, un e-mail reste un moyen de communication officiel, fiable et durable. Savoir bien l'utiliser, c'est gagner en autonomie et en sérénité au quotidien.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trois grandes messageries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Il existe de nombreux services de messagerie, mais trois dominent largement le marché en France et en Europe. Chacune a ses atouts et son public.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Anatomie d'une boîte 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Avant de se lancer, comprenons les éléments essentiels de l'interface. Quelle que soit la messagerie utilisée, vous retrouverez toujours les mêmes grandes zones.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Lire et comprendre un e-mail reçu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Recevoir un mail, c'est bien. Le comprendre, c'est mieux ! Chaque e-mail contient plusieurs informations importantes à repérer dès le premier regard.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Rédiger et envoyer un e-mail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Envoyer un mail professionnel ou personnel ne s'improvise pas tout à fait. Voici les étapes clés pour composer un message clair et bien reçu.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champs À, Cc et Cci expliqués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Quand vous composez un e-mail, trois champs destinataires sont disponibles. Chacun a un rôle précis que beaucoup de gens confondent.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Ajouter une pièce jointe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pièce jointe permet d'envoyer un fichier (photo, document PDF, facture) avec votre e-mail. C'est très pratique, mais quelques règles s'imposent pour éviter les mauvaises surprises.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