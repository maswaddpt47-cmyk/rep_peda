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site fiable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Internet, il est essentiel de savoir distinguer un site digne de confiance d'un site p…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Attention aux arnaques en ligne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"phishing" (ou hameçonnage) est une technique frauduleuse très courante. Des escrocs se…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un mot de passe solide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fort est votre première ligne de défense contre les cyberattaques. Apprene…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cookies et votre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cookies sont de minuscules fichiers que les sites web stockent sur votre ordinateur ou…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