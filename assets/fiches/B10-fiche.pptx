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2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Chapitre 4 — 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Quel est l'impact environnemental du numérique médical ?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Le numérique n'est pas neutre pour la planète. Un data center, une connexio…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Un trajet évité = gros gain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