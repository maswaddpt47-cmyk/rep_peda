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Doctolib &amp; Téléconsultation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1h24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Chapitre 1 — La plateforme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Pourquoi l'utiliser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Sécurité &amp; confiance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Chapitre 2 — Naviguer sur le site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aujourd'hui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que nous allons découvrir ensemble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2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Chapitre 1 — La plateforme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Doctolib, c'est quoi exactement ?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0:08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Pourquoi l'utiliser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Les avantages concrets pour vous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0:16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Sécurité &amp; confiance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Vos données de santé sont-elles en sécurité ?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0:24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2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Chapitre 2 — Naviguer sur le site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Créer votre compte Doctolib pas à pas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0:26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Trouver un professionnel de santé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Chercher et choisir son médecin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