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Maîtriser son CPF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1h26 | Guide d'animation pour les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DÉFINITION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BÉNÉFICIAIRES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DROITS &amp; SOLDE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CHAPITRE 2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SOMMAIRE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Chapitre 1 : Comprendre l'essentiel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DÉFINITION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Le CPF, c'est quoi ?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BÉNÉFICIAIRES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Qui peut en bénéficier ?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DROITS &amp; SOLDE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 qui se cache derrière votre solde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2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CHAPITRE 2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Activation et Navigation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0:32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PLATEFORME OFFICIELLE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Le point d'entrée unique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Teleconsultation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Expliquer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ce qu'est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la teleconsultation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son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remboursement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Montrer comment reperer un medecin proposant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video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Simuler la reception du lien et le demarrage de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session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Acceder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mes</a:t>
                      </a:r>
                      <a:r>
                        <a:rPr sz="1050" b="1" spc="-2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Naviguer vers Mon espace sante &gt; Mes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Retrouver une ordonnance ou un resultat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d'analyse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Telecharger ou imprimer un document depuis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Doctolib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