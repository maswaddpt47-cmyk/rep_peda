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Les Outils Numériques de Scolarité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58 min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les outils numériques de scolarité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Mot de passe oublié sur Educonnect ?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les outils numériques de scolarité…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officielles et gratuites vous permettent de suivre la scolarité de votre enfant, de gérer l'orientation et de communiquer avec l'école — directement depuis chez vous, sur ordinateur ou smartphone.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utiliser ces outils numériques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plateformes offrent des avantages significatifs qui simplifient le quotidien des familles et améliorent le suivi scolaire.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— Se connecter à Educonnect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Educonnect est la porte d'entrée unique vers tous les outils scolaires numériques. Voici comment vous connecter en quelques minutes.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Mot de passe oublié sur Educonnect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de panique ! Voici les étapes simples pour récupérer vos identifiants et retrouver l'accès à votre compte Educonnect en quelques minutes.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— Consulter les informations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connecté via Educonnect, Pronote centralise toute la vie scolaire de votre enfant : notes, absences, devoirs et communication avec l'équipe pédagogique.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Justifier une absence sur Pronote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pas à pas vous montrera comment signaler et justifier une absence de votre enfant directement depuis l'application Pronote ou la version web.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— S'orienter avec Parcoursup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Réservé aux élèves de Terminale, BTS et BUT. Parcoursup est la plateforme nationale d'orientation vers l'enseignement supérieur. Les délais sont stricts — anticipez 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dates clés de Parcoursup 2025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Anticipez chaque étape de l'orientation post-bac avec ce calendrier officiel des moments cruciaux.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erreurs courantes peuvent compliquer votre expérience sur ces plateformes. Voici les réflexes essentiels à adopter dès maintenant.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outils et réflexes essentiels pour maîtriser le numérique scolaire en Lot-et-Garonne. Chaque outil a son rôle précis dans le parcours de votre enfant.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