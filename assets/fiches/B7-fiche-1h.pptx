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Les Outils Numériques de Scolarité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58 min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les outils numériques de scolarité…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officielles et gratuites vous permettent de suivre la scolarité de votre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utiliser ces outils numériques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plateformes offrent des avantages significatifs qui simplifient le quotidien des famil…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— Se connecter à Educonnect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Educonnect est la porte d'entrée unique vers tous les outils scolaires numériques. Voici c…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Mot de passe oublié sur Educonnect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Pas de panique ! Voici les étapes simples pour récupérer vos identifiants et retrouver l'a…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— Consulter les informations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fois connecté via Educonnect, Pronote centralise toute la vie scolaire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Justifier une absence sur Pronote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guide pas à pas vous montrera comment signaler et justifier une absence de votre enfant…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