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Écrans et Jeunesse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56 min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4 — Signaux d'alerte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explorer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jeunes et les écrans : les chiffres qui interpellent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Pourquoi les écrans sont-ils si difficiles à quitter 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Quels impacts sur la santé des jeunes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reconnaître une consommation problématique 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stratégies qui fonctionnent vraiment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