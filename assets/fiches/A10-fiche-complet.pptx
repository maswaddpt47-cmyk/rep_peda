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563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-p1.png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7556399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9200" y="1224000"/>
            <a:ext cx="6498000" cy="46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4388BC"/>
                </a:solidFill>
                <a:latin typeface="Arial"/>
              </a:rPr>
              <a:t>Maîtriser son CPF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Fiche Action | 1h26 | Guide d'animation — Conseillers Numériques CD47</a:t>
            </a:r>
          </a:p>
        </p:txBody>
      </p:sp>
      <p:sp>
        <p:nvSpPr>
          <p:cNvPr id="4" name="Rectangle 3"/>
          <p:cNvSpPr/>
          <p:nvPr/>
        </p:nvSpPr>
        <p:spPr>
          <a:xfrm>
            <a:off x="529200" y="1764000"/>
            <a:ext cx="3024000" cy="900000"/>
          </a:xfrm>
          <a:prstGeom prst="rect">
            <a:avLst/>
          </a:prstGeom>
          <a:solidFill>
            <a:srgbClr val="ECF5FF"/>
          </a:solidFill>
          <a:ln w="1270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19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4388BC"/>
                </a:solidFill>
                <a:latin typeface="Arial"/>
              </a:rPr>
              <a:t>Objectifs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DÉFINITION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BÉNÉFICIAIRES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DROITS &amp; SOLDE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CHAPITRE 2</a:t>
            </a:r>
          </a:p>
        </p:txBody>
      </p:sp>
      <p:sp>
        <p:nvSpPr>
          <p:cNvPr id="6" name="Rectangle 5"/>
          <p:cNvSpPr/>
          <p:nvPr/>
        </p:nvSpPr>
        <p:spPr>
          <a:xfrm>
            <a:off x="4003200" y="1764000"/>
            <a:ext cx="3024000" cy="900000"/>
          </a:xfrm>
          <a:prstGeom prst="rect">
            <a:avLst/>
          </a:prstGeom>
          <a:solidFill>
            <a:srgbClr val="EBF7F6"/>
          </a:solidFill>
          <a:ln w="12700">
            <a:solidFill>
              <a:srgbClr val="18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093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87C88"/>
                </a:solidFill>
                <a:latin typeface="Arial"/>
              </a:rPr>
              <a:t>Matériel nécessaire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1 PC ou tablette par participant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Connexion Wi-Fi stable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Grand écran / vidéoprojecteur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Fiches mémo (1 par participant)</a:t>
            </a:r>
          </a:p>
        </p:txBody>
      </p:sp>
      <p:sp>
        <p:nvSpPr>
          <p:cNvPr id="8" name="Rectangle 7"/>
          <p:cNvSpPr/>
          <p:nvPr/>
        </p:nvSpPr>
        <p:spPr>
          <a:xfrm>
            <a:off x="529200" y="2736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29200" y="2736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3200" y="2800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4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SOMMAIRE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Chapitre 1 : Comprendre l'essentiel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9200" y="3484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29200" y="34848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03200" y="3549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DÉFINITION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Le CPF, c'est quoi 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9200" y="4233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29200" y="42336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03200" y="4298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BÉNÉFICIAIRES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Qui peut en bénéficier 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9200" y="49824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29200" y="49824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03200" y="50472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DROITS &amp; SOLDE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Ce qui se cache derrière votre solde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9200" y="57312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529200" y="57312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03200" y="57960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2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CHAPITRE 2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Activation et Navigation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9200" y="648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529200" y="6480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03200" y="654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PLATEFORME OFFICIELLE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Le point d'entrée unique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9200" y="72287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529200" y="7228799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03200" y="72935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2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ÉTAPE 1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Créer votre espace personnel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9200" y="79775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529200" y="7977599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03200" y="80423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2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ÉTAPE 2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Explorer l'offre de formation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9200" y="87263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529200" y="8726399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03200" y="87911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2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CHAPITRE 3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Passer à l'action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-p2.png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7556399" cy="10692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29200" y="54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29200" y="5400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763200" y="8352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63200" y="83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3200" y="60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CATALOGUE DE FORMATIONS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Quelles formations choisir ?</a:t>
            </a:r>
          </a:p>
        </p:txBody>
      </p:sp>
      <p:sp>
        <p:nvSpPr>
          <p:cNvPr id="8" name="Rectangle 7"/>
          <p:cNvSpPr/>
          <p:nvPr/>
        </p:nvSpPr>
        <p:spPr>
          <a:xfrm>
            <a:off x="529200" y="1288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29200" y="12888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63200" y="15840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3200" y="1584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0:54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3200" y="1353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INSCRIPTION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S'inscrire à une formation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9200" y="2037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29200" y="20376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763200" y="23328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63200" y="2332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03200" y="2102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SOLDE INSUFFISANT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Des solutions de cofinancement existent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9200" y="27864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29200" y="27864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763200" y="30816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63200" y="30816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03200" y="28512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ORGANISATION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La formation sur le temps de travail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9200" y="35352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29200" y="35352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763200" y="38304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63200" y="38304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03200" y="36000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Prêts à transformer votre avenir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Votre capital formation vous attend — il suffit de faire le premier pas.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9200" y="9684000"/>
            <a:ext cx="6498000" cy="43200"/>
          </a:xfrm>
          <a:prstGeom prst="rect">
            <a:avLst/>
          </a:prstGeom>
          <a:solidFill>
            <a:srgbClr val="F8A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19200" y="9748800"/>
            <a:ext cx="6354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2B2B2B"/>
                </a:solidFill>
                <a:latin typeface="Arial"/>
              </a:rPr>
              <a:t>Conseils pour une bonne animation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Adapter le rythme selon le niveau du groupe.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Laisser les participants manipuler dès que possible.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Prévoir un compte de démonstration pour ne pas exposer de données personnelles.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Terminer en distribuant la fiche mémo — c'est le support qu'ils garderont.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