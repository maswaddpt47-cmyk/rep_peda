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Les démarches administratives en ligne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les démarches en ligne semblent compliquées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Service-public.fr : votre portail officiel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naviguer sur service-public.fr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 Boussole des jeunes : pour les 16–30 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les démarches en ligne semblent compliq…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Beaucoup de personnes hésitent à effectuer leurs démarches administratives en ligne. Et c'…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aujourd'hui. Chaque partie est 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Service-public.fr : votre portail officiel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Service-public.fr est le site officiel de l'administration française. Géré par la Directio…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naviguer sur service-public.fr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site est organisé de manière logique. Voici comment l'utiliser efficacement, étape par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Boussole des jeunes : pour les 16–30 ans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boussole.jeunes.gouv.fr est un outil numérique gratuit conçu spécifiquement pour aider les…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FranceConnect : une clé pour tous les services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FranceConnect est un dispositif officiel de l'État qui vous permet de vous connecter à la 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principaux sites par thème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 panorama des sites officiels les plus utiles au quotidien. Tous sont gratuits et 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Vous n'êtes pas seule : les lieux d'aide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Effectuer des démarches en ligne ne veut pas dire être seul face à l'écran. De nombreux pr…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maintenant tous les repères pour commencer. Voici les premières actions concrète…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