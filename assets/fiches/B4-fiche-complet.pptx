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1h10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Ce que vous pouvez faire dès aujourd'hui</a:t>
            </a:r>
          </a:p>
          <a:p>
            <a:pPr algn="l">
              <a:spcBef>
                <a:spcPts val="0"/>
              </a:spcBef>
              <a:spcAft>
                <a:spcPts val="100"/>
              </a:spcAft>
            </a:pPr>
            <a:r>
              <a:rPr sz="800" b="0" i="0">
                <a:solidFill>
                  <a:srgbClr val="2B2B2B"/>
                </a:solidFill>
                <a:latin typeface="Arial"/>
              </a:rPr>
              <a:t>. Vous avez maintenant tous les repères pour commencer. Voici les premières actions concrètes à entreprendre — à votre rythme, sans pression. Chaque petit pas compte !</a:t>
            </a:r>
          </a:p>
        </p:txBody>
      </p:sp>
      <p:sp>
        <p:nvSpPr>
          <p:cNvPr id="52" name="Rectangle 5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