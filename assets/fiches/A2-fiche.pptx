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Prendre en main la tablette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1h14 | Guide d'animation —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C'est quoi, une tablette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Comment tenir sa tablette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Les gestes de base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L'écran d'accueil Android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TABLETTE ANDROID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C'est quoi, une tablette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Une tablette, c'est un ordinateur grand comme une feuille A4 — sans clavier fixe. On la co…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Comment tenir sa tablette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Les bonnes postures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Les gestes de base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La tablette se pilote avec les doigts. Voici les 4 gestes incontournables à connaître :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L'écran d'accueil Android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que vous voyez en premier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0:38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Allumer, éteindre, recharger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Branchez le câble USB-C en bas de la tablette. Un éclair  apparaît en haut de l'écran quan…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-100000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-100000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