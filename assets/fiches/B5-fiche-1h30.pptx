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et gérer votre espace personnel en ligne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Ce que vous allez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À quoi sert un espace personnel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principaux sites administratifs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Ouvrir votre compte Ameli (Assurance Maladie)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que vous allez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guide couvre toutes les étapes essentielles pour vous sentir à l'aise avec les services…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À quoi sert un espace personnel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espace personnel, c'est votre coin privé sur le site d'un organisme administratif. Une 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principaux sites administratifs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organisme dispose de son propre espace en ligne. Voici un aperçu des plateformes le…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Ouvrir votre compte Ameli (Assurance Maladie)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Ameli.fr est le portail de l'Assurance Maladie. Voici comment créer votre espace personnel…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Ouvrir votre compte Impôts.gouv.fr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site impots.gouv.fr vous permet de déclarer vos revenus, consulter vos avis d'impositio…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Où trouver vos numéros clés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créer vos espaces personnels, repérez ces numéros essentiels sur vos documents. V…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Créer votre espace personnel : ce qu'il faut pré…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aurez besoin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étapes de création de votre compte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Choisir mot de passe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Choisir un mot de passe solide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mot de passe est la première barrière contre les accès non autorisés à vos données p…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double authentification : une sécurité supplé…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plus en plus de sites administratifs proposent ou imposent la double authentification (…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Mettre à jour vos informations personnelles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espace personnel n'est utile que si les informations qu'il contient sont exactes et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cas de problème : que faire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Mot de passe oublié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