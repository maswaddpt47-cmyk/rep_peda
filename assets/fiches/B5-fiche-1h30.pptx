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1h32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3" name="Rectangle 12"/>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7" name="TextBox 16"/>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8" name="Rectangle 17"/>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