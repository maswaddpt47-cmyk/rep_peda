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Sécuriser son environnement numérique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1h50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 paysage des menaces numériques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Savoir reconnaître une tentative de phishing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Des mots de passe vraiment solides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gestionnaires de mots de passe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nous allons voir ensemble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 paysage des menaces numériques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Chaque jour, des millions de tentatives d'escroquerie circulent sur internet. Pas besoin d…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Savoir reconnaître une tentative de phishing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signaux d'alarme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Des mots de passe vraiment solides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mot de passe faible, c'est comme laisser la clé sous le paillasson. Pourtant, "123456"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Les gestionnaires de mots de passe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Retenir des dizaines de mots de passe complexes et uniques est humainement impossible. C'e…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L'authentification à deux facteurs (2FA)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Même avec un mot de passe fort, un compte peut être compromis si ce mot de passe est volé.…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8 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Numérique responsable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 Sécurité et sobriété numérique : deux alliés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La sécurité numérique et la sobriété vont de pair. Moins d'applications ins…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Faites le ménage dans vos applications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