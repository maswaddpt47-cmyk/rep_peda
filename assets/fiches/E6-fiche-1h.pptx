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27287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7200" y="781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ressources rares et précieuses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Derrière chaque écran, chaque circuit imprimé, se cache un monde de minerai…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cocktail de métaux stratégiques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Nos appareils dépendent de ressources comme le lithium (batteries), le coba…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5695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7200" y="1612799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29200" y="24012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200" y="24444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 — Sources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Le numérique responsable, c'est l'affaire de tous. Chaque geste compte, cha…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ADEME-Arcep, Évaluation de l'impact environnemental du numérique en France,…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GreenIT.fr, Benchmark Green IT 2024, Novembre 2024 — greenit.fr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