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Numérique &amp; Environnement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L'usage quotidien : des impacts souvent invisibles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data centers : des usines énergivores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On l'oublie souvent, mais le numérique est l'un des secteurs les plus émetteurs de gaz à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fabrication de nos appareils numériques est de loin la source d'impact la plus importan…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L'usage quotidien : des impacts souvent invisibl…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Streaming vidéo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data centers : des usines énergivores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infrastructures discrètes sont le moteur de notre monde numérique, hébergeant nos donn…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montagne de déchets électroniques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Déchets d'Équipements Électriques et Électroniques (DEEE), ou "e-waste", représentent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L'obsolescence : le piège du renouvellement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L'obsolescence, qu'elle soit programmée ou perçue, est un facteur majeur de l'empreinte en…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Plutôt que de céder à l'obsolescence programmée ou perçue, adoptons des gestes simples pou…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8067599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8067599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01200" y="8096399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9200" y="8265599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7200" y="8308799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responsable en entreprise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Intégrer le numérique responsable au sein de votre organisation permet de 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Privilégiez les équipements reconditionnés ou conçus pour durer. Demandez d…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