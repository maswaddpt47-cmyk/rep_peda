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Les Outils Numériques de Scolarité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1h27 | Guide d'animation —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Qu'est-ce que les outils numériques de scolarité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Pourquoi utiliser ces outils numériques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Étape 1 — Se connecter à Educonnect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Mot de passe oublié sur Educonnect ?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Qu'est-ce que les outils numériques de scolarité…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Ces plateformes officielles et gratuites vous permettent de suivre la scolarité de votre e…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Pourquoi utiliser ces outils numériques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Ces plateformes offrent des avantages significatifs qui simplifient le quotidien des famil…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0:18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2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Étape 1 — Se connecter à Educonnect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Educonnect est la porte d'entrée unique vers tous les outils scolaires numériques. Voici c…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0:20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Mot de passe oublié sur Educonnect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Pas de panique ! Voici les étapes simples pour récupérer vos identifiants et retrouver l'a…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0:28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2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Étape 2 — Consulter les informations sur Pronote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Une fois connecté via Educonnect, Pronote centralise toute la vie scolaire de votre enfant…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Justifier une absence sur Pronote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 guide pas à pas vous montrera comment signaler et justifier une absence de votre enfant…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-100000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-100000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Teleconsultation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Expliquer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ce qu'est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la teleconsultation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son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remboursement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Montrer comment reperer un medecin proposant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video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Simuler la reception du lien et le demarrage de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session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Acceder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mes</a:t>
                      </a:r>
                      <a:r>
                        <a:rPr sz="1050" b="1" spc="-2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Naviguer vers Mon espace sante &gt; Mes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Retrouver une ordonnance ou un resultat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d'analyse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Telecharger ou imprimer un document depuis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Doctolib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