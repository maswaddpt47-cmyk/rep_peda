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Outils Numériques de Scolarité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1h27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officielles et gratuites vous permettent de suivre la scolarité de votre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offrent des avantages significatifs qui simplifient le quotidien des famil…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Educonnect est la porte d'entrée unique vers tous les outils scolaires numériques. Voici c…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de panique ! Voici les étapes simples pour récupérer vos identifiants et retrouver l'a…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— Consulter les informations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fois connecté via Educonnect, Pronote centralise toute la vie scolaire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Justifier une absence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pas à pas vous montrera comment signaler et justifier une absence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