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Prendre en main son smartphone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Se connecter à Internet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allez apprendre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Découvrir votre smartphone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Faire connaissance avec votre appareil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gestes essentiels sur l'écran tactile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Appuyer (tapoter)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Astuce quotidienne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batterie, votre meilleure alliée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Se connecter à Internet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Wi-Fi ou réseau mobile : quelle différence 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Passer et recevoir un appel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Taper le numéro ou chercher un contact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Envoyer un SMS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Ouvrez l'application Messages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Applications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L'écran d'accueil et les applis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