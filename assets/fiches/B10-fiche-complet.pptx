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Doctolib &amp; Téléconsultation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1h40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Chapitre 1 — La plateforme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Pourquoi l'utiliser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Sécurité &amp; confiance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Chapitre 2 — Naviguer sur le 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aujourd'hui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nous allons découvrir ensemble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Chapitre 1 — La plateforme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Doctolib, c'est quoi exactement 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Pourquoi l'utiliser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avantages concrets pour vous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Sécurité &amp; confiance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Vos données de santé sont-elles en sécurité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Chapitre 2 — Naviguer sur le site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Créer votre compte Doctolib pas à pas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Trouver un professionnel de santé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Chercher et choisir son médecin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Prendre rendez-vous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De la recherche à la confirmation en 4 clics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Chapitre 3 — La téléconsultation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Consulter un médecin depuis votre canapé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Comment ça se passe concrètement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Déroulé d'une téléconsultation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Remboursement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Est-ce que c'est remboursé par la Sécurité sociale ?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1288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12888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1353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12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Bonnes pratiques numériques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Comment adopter un usage éco-conscient de Doctolib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2037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20376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2102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5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Questions fréquentes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vous nous demandez le plus souvent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2786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27864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3081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2851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Offre départementale d’Inclusion Numérique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Voici les 5 offres et services dispensés par l’équipe départementale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3535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35352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38304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38304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1:32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3600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Besoin d'aide ? Nous sommes là !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Pour nous joindre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