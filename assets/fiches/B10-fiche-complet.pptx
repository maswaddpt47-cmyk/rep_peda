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Doctolib &amp; Téléconsultation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1h40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Naviguer sur le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découvrir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Doctolib, c'est quoi exactement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avantages concrets pour vous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données de santé sont-elles en sécurité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Naviguer sur le site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Doctolib pas à pas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Trouver un professionnel de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Chercher et choisir son médecin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Prendre rendez-vous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recherche à la confirmation en 4 clics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La téléconsultation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Consulter un médecin depuis votre canapé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se passe concrètement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Déroulé d'une téléconsultation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Est-ce que c'est remboursé par la Sécurité sociale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Bonnes pratiques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Comment adopter un usage éco-conscient de Doctolib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Questions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nous demandez le plus souvent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Offre départementale d’Inclusion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5 offres et services dispensés par l’équipe départementale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Besoin d'aide ? Nous sommes là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Pour nous joindre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