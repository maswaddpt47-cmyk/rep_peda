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adopter un usage éco-conscient de Doctolib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nous demandez le plus souvent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