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Doctolib &amp; Téléconsultation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1h24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2 — Naviguer sur le site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découvrir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Doctolib, c'est quoi exactement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avantages concrets pour vous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données de santé sont-elles en sécurité 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2 — Naviguer sur le site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compte Doctolib pas à pas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Trouver un professionnel de santé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Chercher et choisir son médecin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Prendre rendez-vous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 la recherche à la confirmation en 4 clics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3 — La téléconsultation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Consulter un médecin depuis votre canapé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ça se passe concrètement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Déroulé d'une téléconsultation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Remboursement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Est-ce que c'est remboursé par la Sécurité sociale ?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12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Bonnes pratiques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Comment adopter un usage éco-conscient de Doctolib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Questions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nous demandez le plus souvent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