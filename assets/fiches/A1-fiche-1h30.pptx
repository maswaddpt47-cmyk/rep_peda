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l'ordinateur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ordinateur est une machine qui vous permet d'écrire, de communiquer, de chercher des in…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composant a un rôle précis. Apprenez à les reconnaître pour mieux les utiliser.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gestes simples protègent votre ordinateur et évitent les pertes de données. À pratique…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bureau, c'est votre espace de travail principal. Trois zones essentielles à repérer dès…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souris, votre meilleur outil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souris vous permet d'interagir avec tout ce qui est à l'écran. Prenez le temps de bien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