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raccourcis clavier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combinaisons de touches suffisent pour aller beaucoup plus vite. Pas besoin de to…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et organiser ses fichiers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documents, photos et textes sont stockés sous forme de fichiers, rangés dans des dossi…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erreurs fréquentes des débutants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Tout le monde fait des erreurs au début. L'essentiel, c'est de savoir les reconnaître et y…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protéger avec un antivirus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antivirus surveille votre ordinateur en permanence et bloque les programmes malveillant…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