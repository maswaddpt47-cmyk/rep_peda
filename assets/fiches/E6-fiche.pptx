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Numérique &amp; Environnement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1h48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On l'oublie souvent, mais le numérique est l'un des secteurs les plus émetteurs de gaz à 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fabrication de nos appareils numériques est de loin la source d'impact la plus importan…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Streaming vidéo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infrastructures discrètes sont le moteur de notre monde numérique, hébergeant nos donn…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5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Des ressources rares et précieuses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Derrière chaque écran, chaque circuit imprimé, se cache un monde de minerais et de métaux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0:39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montagne de déchets électroniques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Déchets d'Équipements Électriques et Électroniques (DEEE), ou "e-waste", représentent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