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Numérique &amp; Environnement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1h48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 numérique : un secteur qui pèse lourd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Nos appareils : le cœur du problème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L'usage quotidien : des impacts souvent invisibles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data centers : des usines énergivores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 numérique : un secteur qui pèse lourd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On l'oublie souvent, mais le numérique est l'un des secteurs les plus émetteurs de gaz à e…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Nos appareils : le cœur du problème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La fabrication de nos appareils numériques est de loin la source d'impact la plus importan…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L'usage quotidien : des impacts souvent invisibl…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Streaming vidéo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Les data centers : des usines énergivores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Ces infrastructures discrètes sont le moteur de notre monde numérique, hébergeant nos donn…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0:39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La montagne de déchets électroniques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Déchets d'Équipements Électriques et Électroniques (DEEE), ou "e-waste", représentent 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0:47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L'obsolescence : le piège du renouvellement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L'obsolescence, qu'elle soit programmée ou perçue, est un facteur majeur de l'empreinte en…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8 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Le numérique responsable en entreprise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endParaRPr sz="900">
                        <a:latin typeface="Arial"/>
                        <a:cs typeface="Arial"/>
                      </a:endParaRPr>
                      <a:r>
                        <a:rPr sz="900" spc="-30" baseline="13888" dirty="0">
                          <a:latin typeface="Arial"/>
                          <a:cs typeface="Arial"/>
                        </a:rPr>
                        <a:t>	. Intégrer le numérique responsable au sein de votre organisation permet de r…</a:t>
                      </a: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Politique d'achat responsable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Privilégiez les équipements reconditionnés ou conçus pour durer. Demandez d…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