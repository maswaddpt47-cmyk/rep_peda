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5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ressources rares et précieuses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Derrière chaque écran, chaque circuit imprimé, se cache un monde de minerais et de métaux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0:39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