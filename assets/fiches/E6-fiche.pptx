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0:39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0:47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Le numérique responsable en entreprise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Intégrer le numérique responsable au sein de votre organisation permet de r…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Politique d'achat responsable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Privilégiez les équipements reconditionnés ou conçus pour durer. Demandez d…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