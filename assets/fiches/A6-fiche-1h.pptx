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Sécurité et sobriété numérique : deux alliés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La sécurité numérique et la sobriété vont de pair. Moins d'applications ins…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Faites le ménage dans vos applications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