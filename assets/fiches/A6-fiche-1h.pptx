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8280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1200" y="5688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9200" y="737999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7200" y="781200"/>
            <a:ext cx="6300000" cy="529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et la sobriété vont de pair. Moins d'applications ins…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Faites le ménage dans vos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