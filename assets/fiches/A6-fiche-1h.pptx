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Sécuriser son environnement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voir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jour, des millions de tentatives d'escroquerie circulent sur internet. Pas besoin d…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signaux d'alarme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 de passe faible, c'est comme laisser la clé sous le paillasson. Pourtant, "123456"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Retenir des dizaines de mots de passe complexes et uniques est humainement impossible. C'e…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L'authentification à deux facteurs (2FA)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Même avec un mot de passe fort, un compte peut être compromis si ce mot de passe est volé.…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