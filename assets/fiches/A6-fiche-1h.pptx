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1h02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10656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01200" y="5688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5" name="Rectangle 4"/>
          <p:cNvSpPr/>
          <p:nvPr/>
        </p:nvSpPr>
        <p:spPr>
          <a:xfrm>
            <a:off x="529200" y="737999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637200" y="781200"/>
            <a:ext cx="6300000" cy="7668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