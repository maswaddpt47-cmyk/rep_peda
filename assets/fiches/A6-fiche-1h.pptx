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d'être une cible de choix pour être touché — les attaques sont souvent automatisées et touchent tout le monde indifféremment.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reste le mot de passe le plus utilisé en France. Voici comment construire une protection réelle.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C'est précisément pour ça que les gestionnaires de mots de passe existent — et ils sont bien plus sûrs que le carnet papier ou le fichier Excel !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 Le 2FA ajoute un second verrou : même si quelqu'un connaît votre mot de passe, il ne peut pas entrer sans le second code.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données sont réels et variés. La règle du 3-2-1 est le standard recommandé par les experts en sécurité.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1200" y="5688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9200" y="7379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7200" y="781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installées, moins de comptes ouverts — c'est aussi moins de surface d'attaque et moins de données exposées.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