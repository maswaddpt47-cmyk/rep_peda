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1200" y="5688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9200" y="7379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7200" y="781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