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Naviguer sur Internet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page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durant cet atelier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qu'Internet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Internet, c'est un immense réseau mondial d'ordinateurs, de téléphones et d'appareils conn…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au Wi-Fi — Mode d'emploi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Ouvrir Réglages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navigateur web : votre porte d'entrée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navigateur web, c'est le programme que vous utilisez pour afficher des pages Internet.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page web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ouvrez votre navigateur, voici les éléments essentiels à connaître pour vous re…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moteurs de recherche :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moteur de recherche est un service en ligne qui explore et indexe des milliards de page…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Bien formuler sa recherche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qualité de vos résultats dépend directement des mots que vous tapez. Quelques astuces s…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adresse web, ou URL (Uniform Resource Locator), c'est comme l'adresse postale d'une 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Reconnaître un site fiable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Internet, il est essentiel de savoir distinguer un site digne de confiance d'un site p…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Attention aux arnaques en ligne (phishing)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"phishing" (ou hameçonnage) est une technique frauduleuse très courante. Des escrocs se…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un mot de passe solide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fort est votre première ligne de défense contre les cyberattaques. Apprene…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cookies et votre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cookies sont de minuscules fichiers que les sites web stockent sur votre ordinateur ou…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services publics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 France, de nombreux services publics sont accessibles en ligne, simplifiant vos démarch…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