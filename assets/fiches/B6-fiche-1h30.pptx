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sur Mon Espace Santé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1h28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Étape par étape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apprendre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Introduction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: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s'inscrire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bénéfices concrets au quotidien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Avant de commencer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avez besoin pour vous inscrire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Étape par étape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en 5 étapes simples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Connexion sécurisée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Se connecter à Mon Espace Santé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Personnalisation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Compléter votre profil de santé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Vos documents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Ajouter et organiser vos documents de santé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Partage &amp; Confidentialité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Gérer les accès à votre espace santé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Comprendre la différence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 et Mon Espace Santé : deux services complémentaires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Suivre vos remboursements en temps réel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 mobile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Mon Espace Santé dans votre poche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