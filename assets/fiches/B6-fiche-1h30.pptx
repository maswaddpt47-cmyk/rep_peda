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7556399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9200" y="1224000"/>
            <a:ext cx="6498000" cy="46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700" b="1" i="0">
                <a:solidFill>
                  <a:srgbClr val="4388BC"/>
                </a:solidFill>
                <a:latin typeface="Arial"/>
              </a:rPr>
              <a:t>Créer et gérer votre Espace Personnel sur Mon Espace Santé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6E6E6D"/>
                </a:solidFill>
                <a:latin typeface="Arial"/>
              </a:rPr>
              <a:t>Fiche Action | 1h28 | Guide d'animation — Conseillers Numériques CD47</a:t>
            </a:r>
          </a:p>
        </p:txBody>
      </p:sp>
      <p:sp>
        <p:nvSpPr>
          <p:cNvPr id="3" name="Rectangle 2"/>
          <p:cNvSpPr/>
          <p:nvPr/>
        </p:nvSpPr>
        <p:spPr>
          <a:xfrm>
            <a:off x="529200" y="1764000"/>
            <a:ext cx="3024000" cy="900000"/>
          </a:xfrm>
          <a:prstGeom prst="rect">
            <a:avLst/>
          </a:prstGeom>
          <a:solidFill>
            <a:srgbClr val="ECF5FF"/>
          </a:solidFill>
          <a:ln w="12700">
            <a:solidFill>
              <a:srgbClr val="438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19200" y="1818000"/>
            <a:ext cx="2880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4388BC"/>
                </a:solidFill>
                <a:latin typeface="Arial"/>
              </a:rPr>
              <a:t>Objectifs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Introduction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Pourquoi s'inscrire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Avant de commencer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Étape par étape</a:t>
            </a:r>
          </a:p>
        </p:txBody>
      </p:sp>
      <p:sp>
        <p:nvSpPr>
          <p:cNvPr id="5" name="Rectangle 4"/>
          <p:cNvSpPr/>
          <p:nvPr/>
        </p:nvSpPr>
        <p:spPr>
          <a:xfrm>
            <a:off x="4003200" y="1764000"/>
            <a:ext cx="3024000" cy="900000"/>
          </a:xfrm>
          <a:prstGeom prst="rect">
            <a:avLst/>
          </a:prstGeom>
          <a:solidFill>
            <a:srgbClr val="EBF7F6"/>
          </a:solidFill>
          <a:ln w="12700">
            <a:solidFill>
              <a:srgbClr val="18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093200" y="1818000"/>
            <a:ext cx="2880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187C88"/>
                </a:solidFill>
                <a:latin typeface="Arial"/>
              </a:rPr>
              <a:t>Matériel nécessaire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1 PC ou tablette par participant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Connexion Wi-Fi stable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Grand écran / vidéoprojecteur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Fiches mémo (1 par participant)</a:t>
            </a:r>
          </a:p>
        </p:txBody>
      </p:sp>
      <p:sp>
        <p:nvSpPr>
          <p:cNvPr id="7" name="Rectangle 6"/>
          <p:cNvSpPr/>
          <p:nvPr/>
        </p:nvSpPr>
        <p:spPr>
          <a:xfrm>
            <a:off x="529200" y="2736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29200" y="27360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763200" y="30312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3200" y="3031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3200" y="2800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4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Au programme aujourd'hui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Ce que nous allons apprendre ensemble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9200" y="34848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29200" y="34848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763200" y="37800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63200" y="37800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3200" y="35496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Introduction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Mon Espace Santé : c'est quoi exactement 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9200" y="42336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29200" y="42336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763200" y="4528800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63200" y="45288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3200" y="42984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Pourquoi s'inscrire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Les bénéfices concrets au quotidien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9200" y="49824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29200" y="49824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763200" y="52776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63200" y="52776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0:22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03200" y="50472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Avant de commencer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Ce dont vous avez besoin pour vous inscrire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9200" y="57312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529200" y="57312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763200" y="6026399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63200" y="60263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03200" y="57960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2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Étape par étape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Créer votre compte en 5 étapes simples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9200" y="6480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29200" y="64800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763200" y="67752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63200" y="6775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0:32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03200" y="6544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Connexion sécurisée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Se connecter à Mon Espace Santé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9200" y="72287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529200" y="7228799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763200" y="7523999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63200" y="75239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0:40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03200" y="72935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Personnalisation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Compléter votre profil de santé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9200" y="79775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529200" y="7977599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763200" y="8272799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63200" y="82727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0:48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03200" y="80423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Vos documents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Ajouter et organiser vos documents de santé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29200" y="87263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529200" y="8726399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763200" y="9021599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763200" y="90215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0:56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303200" y="87911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Partage &amp; Confidentialité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Gérer les accès à votre espace santé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29200" y="540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29200" y="5400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763200" y="8352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63200" y="835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3200" y="604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Comprendre la différence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Ameli et Mon Espace Santé : deux services complémentaires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29200" y="12888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29200" y="12888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763200" y="1584000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3200" y="15840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3200" y="13536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Remboursements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Suivre vos remboursements en temps réel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9200" y="20376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29200" y="20376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763200" y="23328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63200" y="23328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3200" y="21024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Application mobile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Mon Espace Santé dans votre poche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9200" y="9684000"/>
            <a:ext cx="6498000" cy="43200"/>
          </a:xfrm>
          <a:prstGeom prst="rect">
            <a:avLst/>
          </a:prstGeom>
          <a:solidFill>
            <a:srgbClr val="F8A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19200" y="9748800"/>
            <a:ext cx="6354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2B2B2B"/>
                </a:solidFill>
                <a:latin typeface="Arial"/>
              </a:rPr>
              <a:t>Conseils pour une bonne animation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Adapter le rythme selon le niveau du groupe.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Laisser les participants manipuler dès que possible.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Prévoir un compte de démonstration pour ne pas exposer de données personnelles.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Terminer en distribuant la fiche mémo — c'est le support qu'ils garderont.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