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la différence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 et Mon Espace Santé : deux services complémentaires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Suivre vos remboursements en temps réel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 mobile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dans votre poche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