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1h55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a ses forces et ses faiblesses. Ce tableau synthétique vous aide à chois…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bonnes habitudes à adopter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Maîtriser sa boîte mail, c'est avant tout une question d'habitudes régulières. Voici un ki…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Récapitulatif de l'atelier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prête à prendre en main votre messagerie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