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1h55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sa boîte mail : les dossiers et libell…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boîte mail bien organisée, c'est un gain de temps considérable. Plutôt que de laisser des centaines de mails s'accumuler dans la boîte de réception, apprenez à les classer.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spams et indésirables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spam, ou courrier indésirable, encombre nos boîtes et peut parfois cacher des tentatives d'escroquerie. Voici comment garder une boîte mail propre et sécurisée.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mail frauduleux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phishing (ou hameçonnage) est une technique d'escroquerie où des cybercriminels imitent des organismes officiels pour vous soutirer des informations personnelles ou de l'argent. Apprenez à les démasquer 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Sécuriser son compte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contient souvent des informations très sensibles. La sécuriser est une priorité absolue. Voici les trois piliers d'un compte bien protégé.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a ses forces et ses faiblesses. Ce tableau synthétique vous aide à choisir celle qui correspond le mieux à vos besoins.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bonnes habitudes à adopter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Maîtriser sa boîte mail, c'est avant tout une question d'habitudes régulières. Voici un kit de démarrage simple pour partir du bon pied.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284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2840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4579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4348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Récapitulatif de l'atelier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êtes prête à prendre en main votre messagerie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