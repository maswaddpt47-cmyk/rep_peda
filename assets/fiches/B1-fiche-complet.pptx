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Prenez en main votre boîte 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1h55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Lire et comprendre un e-mail reçu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 aujourd'hui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Aujourd'hui, l'e-mail est devenu incontournable : administrations, banques, médecins, famille tout passe par là. Contrairement aux réseaux sociaux, un e-mail reste un moyen de communication officiel, fiable et durable. Savoir bien l'utiliser, c'est gagner en autonomie et en sérénité au quotidien.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Il existe de nombreux services de messagerie, mais trois dominent largement le marché en France et en Europe. Chacune a ses atouts et son public.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se lancer, comprenons les éléments essentiels de l'interface. Quelle que soit la messagerie utilisée, vous retrouverez toujours les mêmes grandes zones.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Lire et comprendre un e-mail reçu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Recevoir un mail, c'est bien. Le comprendre, c'est mieux ! Chaque e-mail contient plusieurs informations importantes à repérer dès le premier regard.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Rédiger et envoyer un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Envoyer un mail professionnel ou personnel ne s'improvise pas tout à fait. Voici les étapes clés pour composer un message clair et bien reçu.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champs À, Cc et Cci expliqués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composez un e-mail, trois champs destinataires sont disponibles. Chacun a un rôle précis que beaucoup de gens confondent.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 permet d'envoyer un fichier (photo, document PDF, facture) avec votre e-mail. C'est très pratique, mais quelques règles s'imposent pour éviter les mauvaises surprises.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sa boîte mail : les dossiers et libell…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boîte mail bien organisée, c'est un gain de temps considérable. Plutôt que de laisser des centaines de mails s'accumuler dans la boîte de réception, apprenez à les classer.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spams et indésirables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spam, ou courrier indésirable, encombre nos boîtes et peut parfois cacher des tentatives d'escroquerie. Voici comment garder une boîte mail propre et sécurisée.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Reconnaître un mail frauduleux (phishing)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phishing (ou hameçonnage) est une technique d'escroquerie où des cybercriminels imitent des organismes officiels pour vous soutirer des informations personnelles ou de l'argent. Apprenez à les démasquer 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Sécuriser son compte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contient souvent des informations très sensibles. La sécuriser est une priorité absolue. Voici les trois piliers d'un compte bien protégé.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messagerie a ses forces et ses faiblesses. Ce tableau synthétique vous aide à choisir celle qui correspond le mieux à vos besoins.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bonnes habitudes à adopter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Maîtriser sa boîte mail, c'est avant tout une question d'habitudes régulières. Voici un kit de démarrage simple pour partir du bon pied.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4284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42840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4348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Récapitulatif de l'atelier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êtes prête à prendre en main votre messagerie !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