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Pièces jointes par e-mail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types de fichiers — Ce que disent les extensions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Qu'est-ce qu'une pièce jointe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jointe, c'est simplement un fichier que l'on accroche à un e-mail, comme on agrafait autrefois un document à une lettre. Ce fichier voyage avec le message et le destinataire peut le consulter ou le sauvegarder sur son propre appareil.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types de fichiers — Ce que disent les extens…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	fichier porte une extension — les quelques lettres après le point dans son nom (ex. : photo.jpg). C'est votre premier repère pour savoir de quoi il s'agit.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Gmail est l'un des services de messagerie les plus utilisés en France. Joindre un fichier est simple et rapide depuis un ordinateur ou un smartphone.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Outlook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Sur ordinateur (application)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Proton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Proton Mail est une messagerie axée sur la confidentialité et le chiffrement. Populaire auprès de ceux qui souhaitent protéger leurs échanges, elle reste simple à utiliser au quotidien.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Comparatif des trois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service a ses forces. Voici un aperçu rapide pour choisir ou mieux comprendre_x000B_celui que vous utilisez.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Recevoir et ouvrir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recevez un e-mail avec une pièce jointe, une icône de trombone apparaît dans la liste de vos messages. À l'ouverture, le fichier est affiché en bas ou en haut du message selon le service utilisé.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