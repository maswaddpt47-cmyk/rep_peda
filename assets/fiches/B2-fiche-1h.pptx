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Pièces jointes par e-mail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Qu'est-ce qu'une pièce jointe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pièce jointe, c'est simplement un fichier que l'on accroche à un e-mail, comme on agra…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fichier porte une extension — les quelques lettres après le point dans son nom (ex.…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Gmail est l'un des services de messagerie les plus utilisés en France. Joindre un fichier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Sur ordinateur (application)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Proton 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Proton Mail est une messagerie axée sur la confidentialité et le chiffrement. Populaire au…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