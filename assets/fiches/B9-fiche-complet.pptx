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Sécuriser ses achats en ligne et éviter les arnaques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1h46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Les achats en ligne : qu'est-ce que c'est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Les arnaques les plus fréquentes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ÉTAPE 1 SUR 3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Comment repérer un faux site ?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4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Au programme de cet atelier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Les achats en ligne : avantages et risques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achats en ligne : qu'est-ce que c'est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Acheter sur internet, c'est commander un produit ou service via un site web et le recevoir chez soi — souvent en quelques jours.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arnaques les plus fréquentes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Phishing / Hameçonnage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ÉTAPE 1 SUR 3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Vérifier que le site est sécurisé !!!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Comment repérer un faux site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Signaux d'alerte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Identifier un site fiable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Cherchez les mentions légales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Comment bien lire les avis clients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Les avis clients sont précieux — mais certains sont faux. Voici comment les décrypter :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Payer en toute sécurité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Carte bancaire ou PayPal uniquement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200" y="87263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29200" y="8726399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03200" y="87911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Quel moyen de paiement choisir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Moyen de paiement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9200" y="54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29200" y="5400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3200" y="60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Mes droits après l'achat en ligne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Droit de rétractation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1288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12888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1353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Vous pensez être victime d'une arnaque ? Agissez…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Appelez votre banque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2037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20376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2102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Points de vigilance essentiels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À éviter absolument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2786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27864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30816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3081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2851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En résumé — Les étapes clés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https + cadenas avant toute saisie de données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3535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35352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38304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38304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3600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Offre départementale d’Inclusion Numérique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Voici les 5 offres et services dispensés par l’équipe départementale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4284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42840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45792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4579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1:38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4348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Besoin d'aide ? Nous sommes là !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Pour nous joindre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