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tout mémoriser — commencez par ces indispensables 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dossiers — comme dans une vraie armoire à tiroirs.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 remédier calmement.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malveillants avant qu'ils ne causent des dégâts. Bonne nouvelle : Windows 11 en inclut un gratuitement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Personnaliser son bureau Windows 11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Windows 11 vous permet d'adapter votre espace de travail à vos habitudes. Voici comment rendre votre ordinateur vraiment le vôtre.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Continuer à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Cet atelier n'est qu'un début ! De nombreuses ressources gratuites et accessibles vous accompagnent pour progresser à votre rythme.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 terminé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Félicitations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