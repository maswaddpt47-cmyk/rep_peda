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l'ordinateur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1h58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qu'un ordinateur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éléments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Allumer et éteindre correctement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Découverte du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qu'un ordinateur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ordinateur est une machine qui vous permet d'écrire, de communiquer, de chercher des informations et bien plus encore. Il en existe plusieurs formes selon vos besoins.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éléments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composant a un rôle précis. Apprenez à les reconnaître pour mieux les utiliser.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Allumer et éteindre correctement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gestes simples protègent votre ordinateur et évitent les pertes de données. À pratiquer dès le premier jour 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Découverte du bureau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bureau, c'est votre espace de travail principal. Trois zones essentielles à repérer dès le départ.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La souris, votre meilleur outil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souris vous permet d'interagir avec tout ce qui est à l'écran. Prenez le temps de bien la tenir, et entraînez-vous à ces quatre gestes fondamentaux.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clavier pas à pas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 besoin de connaître toutes les touches ! Voici les indispensables pour écrire et naviguer confortablement.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les fenêtres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programme s'ouvre dans une fenêtre. Trois petits boutons en haut à droite vous permettent de tout contrôler.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raccourcis clavier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Quelques combinaisons de touches suffisent pour aller beaucoup plus vite. Pas besoin de tout mémoriser — commencez par ces indispensables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Créer et organiser ses fichiers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documents, photos et textes sont stockés sous forme de fichiers, rangés dans des dossiers — comme dans une vraie armoire à tiroirs.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erreurs fréquentes des débutants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Tout le monde fait des erreurs au début. L'essentiel, c'est de savoir les reconnaître et y remédier calmement.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protéger avec un antivirus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antivirus surveille votre ordinateur en permanence et bloque les programmes malveillants avant qu'ils ne causent des dégâts. Bonne nouvelle : Windows 11 en inclut un gratuitement 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Personnaliser son bureau Windows 11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Windows 11 vous permet d'adapter votre espace de travail à vos habitudes. Voici comment rendre votre ordinateur vraiment le vôtre.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Continuer à apprendre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Cet atelier n'est qu'un début ! De nombreuses ressources gratuites et accessibles vous accompagnent pour progresser à votre rythme.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4284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42840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4348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Atelier terminé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Félicitations 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