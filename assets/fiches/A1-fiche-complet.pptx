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Personnaliser son bureau Windows 11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Windows 11 vous permet d'adapter votre espace de travail à vos habitudes. Voici comment re…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Continuer à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Cet atelier n'est qu'un début ! De nombreuses ressources gratuites et accessibles vous acc…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 terminé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Félicitations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