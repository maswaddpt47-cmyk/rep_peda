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2 SUR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son fournisseur d'identité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Valider et accéder à votre espace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DÉPANNAGE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Dépannage — Les erreurs courantes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Question 1 : Qu'est-ce que FranceConnect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 ACTION — Créer votre compte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commencer (5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 MÉMO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FICHE MÉMO — FranceConnect en un coup d'œil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FICHES À EXPORTER — Copier-coller dans Word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FICHE 1 : MÉMO RAPIDE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EXEMPLES DE STYLES D'ILLUSTRATIONS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des exemples visuels pour chaque style. Cliquez sur celui qui vous plaît 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