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Maîtriser son CPF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BÉNÉFICIAIRES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DROITS &amp; SOLDE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SOMMAIRE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Chapitre 1 : Comprendre l'essentiel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CPF, c'est quoi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BÉNÉFICIAIRES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Qui peut en bénéficier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DROITS &amp; SOLDE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qui se cache derrière votre solde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Activation et Navigation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PLATEFORME OFFICIELLE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point d'entrée unique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espace personnel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Explorer l'offre de formation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Passer à l'action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CATALOGUE DE FORMATIONS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Quelles formations choisir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INSCRIPTION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S'inscrire à une formation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