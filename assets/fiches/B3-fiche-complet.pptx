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Choisir son fournisseur d'identité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Choisir son fournisseur d'identité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choisir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Valider et accéder à votre espace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demande d'autorisation s'affiche,_x000B_Lisez attentivement les informations demandées.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IDENTIFIANTS NE FONCTIONNENT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Vérifiez que vous utilisez les bons identifiants pour le fournisseur choisi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cible_x000B_impots.gouv, Ameli, CAF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