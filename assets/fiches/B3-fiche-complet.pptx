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Créer son identité numérique avec FranceConnect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1h18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Avant de commencer — Vérifiez vos prérequis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Qu'est-ce que FranceConnect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ÉTAPE 1 SUR 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Choisir son fournisseur d'identité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Avant de commencer — Vérifiez vos prérequis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Vous avez besoin d'un compte existant pour utiliser FranceConnect. Suivez ces étapes simples 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Qu'est-ce que FranceConnect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 identifiant unique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ÉTAPE 1 SUR 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Trouver et cliquer sur le bouton FranceConnect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Choisir son fournisseur d'identité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Comment choisir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Valider et accéder à votre espace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Une demande d'autorisation s'affiche,_x000B_Lisez attentivement les informations demandées.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Points de vigilance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Communiquer vos identifiants à quelqu'un d'autre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MES IDENTIFIANTS NE FONCTIONNENT PAS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Vérifiez que vous utilisez les bons identifiants pour le fournisseur choisi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En résumé — Les étapes clés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Aller sur le site cible_x000B_impots.gouv, Ameli, CAF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CHECKLIST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Checklist de sécurité — Avant de vous connecter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9200" y="54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29200" y="5400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200" y="60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Offre départementale d’Inclusion Numérique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Voici les 5 offres et services dispensés par l’équipe départementale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1288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12888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1353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Besoin d'aide ? Nous sommes là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Pour nous joindre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