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son identité numérique avec FranceConnect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1h30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Avant de commencer — Vérifiez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2 SUR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Avant de commencer — Vérifiez vos prérequis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avez besoin d'un compte existant pour utiliser FranceConnect. Suivez ces étapes simples 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que FranceConnect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identifiant unique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Trouver et cliquer sur le bouton FranceConnect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Choisir son fournisseur d'identité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3 SUR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Valider et accéder à votre espace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Points de vigilance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Communiquer vos identifiants à quelqu'un d'autre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DÉPANNAGE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Dépannage — Les erreurs courantes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 résumé — Les étapes clés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Aller sur le site cible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CHECKLIST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Checklist de sécurité — Avant de vous connecter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QUIZ D'ÉVALUATION — Testez vos connaissances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Question 1 : Qu'est-ce que FranceConnect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FICHE ACTION — Créer votre compte FranceConnect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commencer (5 min)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FICHE MÉMO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FICHE MÉMO — FranceConnect en un coup d'œil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FICHES À EXPORTER — Copier-coller dans Word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FICHE 1 : MÉMO RAPIDE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EXEMPLES DE STYLES D'ILLUSTRATIONS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des exemples visuels pour chaque style. Cliquez sur celui qui vous plaît !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