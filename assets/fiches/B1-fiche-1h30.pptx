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9200" y="1224000"/>
            <a:ext cx="6498000" cy="46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4388BC"/>
                </a:solidFill>
                <a:latin typeface="Arial"/>
              </a:rPr>
              <a:t>Prenez en main votre boîte mail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Fiche Action | 1h34 | Guide d'animation — Conseillers Numériques CD47</a:t>
            </a:r>
          </a:p>
        </p:txBody>
      </p:sp>
      <p:sp>
        <p:nvSpPr>
          <p:cNvPr id="3" name="Rectangle 2"/>
          <p:cNvSpPr/>
          <p:nvPr/>
        </p:nvSpPr>
        <p:spPr>
          <a:xfrm>
            <a:off x="529200" y="1764000"/>
            <a:ext cx="3024000" cy="900000"/>
          </a:xfrm>
          <a:prstGeom prst="rect">
            <a:avLst/>
          </a:prstGeom>
          <a:solidFill>
            <a:srgbClr val="ECF5FF"/>
          </a:solidFill>
          <a:ln w="1270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19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388BC"/>
                </a:solidFill>
                <a:latin typeface="Arial"/>
              </a:rPr>
              <a:t>Objectifs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Pourquoi la messagerie, c'est important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Les trois grandes messageries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Anatomie d'une boîte mail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Lire et comprendre un e-mail reçu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3200" y="1764000"/>
            <a:ext cx="3024000" cy="900000"/>
          </a:xfrm>
          <a:prstGeom prst="rect">
            <a:avLst/>
          </a:prstGeom>
          <a:solidFill>
            <a:srgbClr val="EBF7F6"/>
          </a:solidFill>
          <a:ln w="12700">
            <a:solidFill>
              <a:srgbClr val="18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093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87C88"/>
                </a:solidFill>
                <a:latin typeface="Arial"/>
              </a:rPr>
              <a:t>Matériel nécessaire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1 PC ou tablette par participant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Connexion Wi-Fi stable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Grand écran / vidéoprojecteur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Fiches mémo (1 par participant)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2736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2736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2800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4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Au programme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 que vous allez apprendre aujourd'hui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3484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34848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3549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Pourquoi la messagerie, c'est important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Aujourd'hui, l'e-mail est devenu incontournable : administrations, banques, médecins, famille tout passe par là. Contrairement aux réseaux sociaux, un e-mail reste un moyen de communication officiel, fiable et durable. Savoir bien l'utiliser, c'est gagner en autonomie et en sérénité au quotidien.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4233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42336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4298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trois grandes messageries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Il existe de nombreux services de messagerie, mais trois dominent largement le marché en France et en Europe. Chacune a ses atouts et son public.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4982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49824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5047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Anatomie d'une boîte mail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Avant de se lancer, comprenons les éléments essentiels de l'interface. Quelle que soit la messagerie utilisée, vous retrouverez toujours les mêmes grandes zones.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5731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29200" y="57312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3200" y="5796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Lire et comprendre un e-mail reçu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Recevoir un mail, c'est bien. Le comprendre, c'est mieux ! Chaque e-mail contient plusieurs informations importantes à repérer dès le premier regard.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200" y="648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29200" y="6480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3200" y="654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Rédiger et envoyer un e-mail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Envoyer un mail professionnel ou personnel ne s'improvise pas tout à fait. Voici les étapes clés pour composer un message clair et bien reçu.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9200" y="72287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29200" y="7228799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3200" y="72935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champs À, Cc et Cci expliqués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Quand vous composez un e-mail, trois champs destinataires sont disponibles. Chacun a un rôle précis que beaucoup de gens confondent.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00" y="79775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29200" y="7977599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0:54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03200" y="80423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Ajouter une pièce jointe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Une pièce jointe permet d'envoyer un fichier (photo, document PDF, facture) avec votre e-mail. C'est très pratique, mais quelques règles s'imposent pour éviter les mauvaises surprises.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9200" y="87263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29200" y="8726399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03200" y="87911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Organiser sa boîte mail : les dossiers et libell…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Une boîte mail bien organisée, c'est un gain de temps considérable. Plutôt que de laisser des centaines de mails s'accumuler dans la boîte de réception, apprenez à les classer.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9200" y="54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29200" y="5400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3200" y="60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Gérer les spams et indésirables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 spam, ou courrier indésirable, encombre nos boîtes et peut parfois cacher des tentatives d'escroquerie. Voici comment garder une boîte mail propre et sécurisée.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1288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12888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1353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Reconnaître un mail frauduleux (phishing)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 phishing (ou hameçonnage) est une technique d'escroquerie où des cybercriminels imitent des organismes officiels pour vous soutirer des informations personnelles ou de l'argent. Apprenez à les démasquer 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2037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20376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23328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2332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2102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Sécuriser son compte mail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Votre boîte mail contient souvent des informations très sensibles. La sécuriser est une priorité absolue. Voici les trois piliers d'un compte bien protégé.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9684000"/>
            <a:ext cx="6498000" cy="43200"/>
          </a:xfrm>
          <a:prstGeom prst="rect">
            <a:avLst/>
          </a:prstGeom>
          <a:solidFill>
            <a:srgbClr val="F8A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19200" y="9748800"/>
            <a:ext cx="6354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B2B2B"/>
                </a:solidFill>
                <a:latin typeface="Arial"/>
              </a:rPr>
              <a:t>Conseils pour une bonne animation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Adapter le rythme selon le niveau du groupe.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Laisser les participants manipuler dès que possible.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Prévoir un compte de démonstration pour ne pas exposer de données personnelles.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Terminer en distribuant la fiche mémo — c'est le support qu'ils garderont.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