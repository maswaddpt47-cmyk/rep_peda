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des centaines de mails s'accumuler dans la boîte de réception, apprenez à les classer.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tentatives d'escroquerie. Voici comment garder une boîte mail propre et sécurisée.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 des organismes officiels pour vous soutirer des informations personnelles ou de l'argent. Apprenez à les démasquer 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priorité absolue. Voici les trois piliers d'un compte bien protégé.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