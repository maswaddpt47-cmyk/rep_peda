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Prenez en main votre boîte mail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1h34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la messagerie, c'est important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trois grandes messageries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Anatomie d'une boîte mail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Lire et comprendre un e-mail reçu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 aujourd'hui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la messagerie, c'est important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Aujourd'hui, l'e-mail est devenu incontournable : administrations, banques, médecins, fami…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trois grandes messageries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Il existe de nombreux services de messagerie, mais trois dominent largement le marché en F…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Anatomie d'une boîte mail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se lancer, comprenons les éléments essentiels de l'interface. Quelle que soit la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Lire et comprendre un e-mail reçu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Recevoir un mail, c'est bien. Le comprendre, c'est mieux ! Chaque e-mail contient plusieur…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Rédiger et envoyer un e-mail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Envoyer un mail professionnel ou personnel ne s'improvise pas tout à fait. Voici les étape…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