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norm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Télécharger et gérer ses applications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Fiche Action | 1h44 | Guide d'animation —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C'est quoi une application ?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Les deux grandes boutiques d'applications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Chercher et trouver la bonne application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Télécharger une application : étape par étape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4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Au programme de cet atelier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Voici les grandes étapes que nous allons explorer ensemble aujourd'hui. Chaque thème est p…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0:06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C'est quoi une application ?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Une application (ou « app ») est un petit programme que vous installez sur votre smartphon…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0:14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Les deux grandes boutiques d'applications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Selon votre téléphone, vous accédez à une boutique officielle différente. C'est là que vou…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0:22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Chercher et trouver la bonne application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Avant de télécharger, prenez le temps de chercher et de comparer. Une bonne application es…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0:30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2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Télécharger une application : étape par étape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Le processus est identique sur iOS et Android. Sur iPhone, le bouton s'appelle « Obtenir »…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0:32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Organiser ses applications sur l'écran d'accueil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Au fil du temps, les applications s'accumulent et l'écran d'accueil devient difficile à li…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-100000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-100000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15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Teleconsultation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Expliquer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ce qu'est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la teleconsultation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son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remboursement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Montrer comment reperer un medecin proposant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video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Simuler la reception du lien et le demarrage de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session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10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Acceder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mes</a:t>
                      </a:r>
                      <a:r>
                        <a:rPr sz="1050" b="1" spc="-2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Naviguer vers Mon espace sante &gt; Mes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Retrouver une ordonnance ou un resultat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d'analyse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Telecharger ou imprimer un document depuis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Doctolib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