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et impact environnemental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a une empreinte carbone réelle. Chaque téléchargement, chaque mise à jour, ch…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bons réflexes à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 résumé pratique de tout ce que nous avons vu ensemble. Ces habitudes simples vous…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