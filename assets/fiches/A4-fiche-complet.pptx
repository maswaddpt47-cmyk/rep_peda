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autorisations d'applications : ce qu'il faut…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installez une application, elle peut vous demander d'accéder à certaines fonctions de votre téléphone. Vous avez toujours le choix d'accepter ou refuser.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gratuites, payantes et achats intég…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Comprendre les modèles économiques des applications vous évitera les mauvaises surprises sur votre facture. Voici un tour d'horizon clair.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en arrière-plan : gérer la batterie…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Certaines applications continuent de fonctionner même quand vous ne les utilisez pas, consommant batterie et données mobiles. Apprenez à les contrôler.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et impact environnemental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a une empreinte carbone réelle. Chaque téléchargement, chaque mise à jour, chaque heure de streaming consomme de l'énergie dans des centres de données. Voici des comparaisons concrètes pour mieux visualiser l'impact.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bons réflexes à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 résumé pratique de tout ce que nous avons vu ensemble. Ces habitudes simples vous permettront de gérer vos applications sereinement et en toute sécurité.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