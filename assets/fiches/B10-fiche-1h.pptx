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378800"/>
            <a:ext cx="6498000" cy="1897199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3788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1200" y="14076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9200" y="15768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7200" y="16200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connexion internet, un smartphone — tout cela consomme de l'énergie. Mais comparé aux déplacements en voiture qu'il évite, le bilan peut être très favorable.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408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7200" y="24516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 aller plus loin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maintenant toutes les clés pour utiliser Doctolib sereinement. Voici comment passer à l'action dès la fin de cet atelier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1. Créez votre compte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