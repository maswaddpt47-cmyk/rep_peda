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Doctolib &amp; Téléconsultation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découvrir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Doctolib,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avantages concrets pour vous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Vos données de santé sont-elles en sécurité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Doctolib pas à pas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Trouver un professionnel de santé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Chercher et choisir son médecin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