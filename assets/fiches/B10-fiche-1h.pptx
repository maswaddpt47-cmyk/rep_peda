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norm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Doctolib &amp; Téléconsultation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Fiche Action | 1h | Guide d'animation —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Chapitre 1 — La plateforme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Pourquoi l'utiliser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Sécurité &amp; confiance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Chapitre 2 — Naviguer sur le site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aujourd'hui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 que nous allons découvrir ensemble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2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Chapitre 1 — La plateforme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Doctolib, c'est quoi exactement ?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0:08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Pourquoi l'utiliser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Les avantages concrets pour vous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0:16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Sécurité &amp; confiance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Vos données de santé sont-elles en sécurité ?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0:24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2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Chapitre 2 — Naviguer sur le site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Créer votre compte Doctolib pas à pas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0:26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Trouver un professionnel de santé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Chercher et choisir son médecin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-100000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5334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2 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Chapitre 4 — Numérique responsable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endParaRPr sz="900">
                        <a:latin typeface="Arial"/>
                        <a:cs typeface="Arial"/>
                      </a:endParaRPr>
                      <a:r>
                        <a:rPr sz="900" spc="-30" baseline="13888" dirty="0">
                          <a:latin typeface="Arial"/>
                          <a:cs typeface="Arial"/>
                        </a:rPr>
                        <a:t>	. Quel est l'impact environnemental du numérique médical ?</a:t>
                      </a: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Le numérique n'est pas neutre pour la planète. Un data center, une connexio…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Un trajet évité = gros gain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