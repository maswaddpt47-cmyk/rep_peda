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Doctolib &amp; Téléconsultation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1 — La plateforme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l'utiliser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Sécurité &amp; confiance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 — Naviguer sur le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découvrir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1 — La plateforme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Doctolib, c'est quoi exactement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l'utiliser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avantages concrets pour 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Sécurité &amp; confiance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données de santé sont-elles en sécurité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 — Naviguer sur le site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compte Doctolib pas à pas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Trouver un professionnel de santé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Chercher et choisir son médecin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Prendre rendez-vous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recherche à la confirmation en 4 clics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 — La téléconsultation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Consulter un médecin depuis votre canapé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se passe concrètement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Déroulé d'une téléconsultation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Remboursement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Est-ce que c'est remboursé par la Sécurité sociale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378800"/>
            <a:ext cx="6498000" cy="1897199"/>
          </a:xfrm>
          <a:prstGeom prst="rect">
            <a:avLst/>
          </a:prstGeom>
          <a:solidFill>
            <a:srgbClr val="FFF8EF"/>
          </a:solidFill>
          <a:ln w="19050">
            <a:solidFill>
              <a:srgbClr val="E67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378800"/>
            <a:ext cx="6498000" cy="1980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1200" y="1407600"/>
            <a:ext cx="6354000" cy="162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Blocs optionnels — À aborder si le temps le permet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9200" y="1576800"/>
            <a:ext cx="6498000" cy="144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7200" y="1620000"/>
            <a:ext cx="6300000" cy="76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67D21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4	 — Numérique responsable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67D21"/>
                </a:solidFill>
                <a:latin typeface="Arial"/>
              </a:rPr>
              <a:t>OPT.  </a:t>
            </a:r>
            <a:r>
              <a:rPr sz="800">
                <a:solidFill>
                  <a:srgbClr val="2B2B2B"/>
                </a:solidFill>
                <a:latin typeface="Arial"/>
              </a:rPr>
              <a:t>. Quel est l'impact environnemental du numérique médical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numérique n'est pas neutre pour la planète. Un data center, une connexion internet, un smartphone — tout cela consomme de l'énergie. Mais comparé aux déplacements en voiture qu'il évite, le bilan peut être très favorable.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trajet évité = gros 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408400"/>
            <a:ext cx="6498000" cy="144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200" y="2451600"/>
            <a:ext cx="6300000" cy="76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67D21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 aller plus loin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67D21"/>
                </a:solidFill>
                <a:latin typeface="Arial"/>
              </a:rPr>
              <a:t>OPT.  </a:t>
            </a:r>
            <a:r>
              <a:rPr sz="800">
                <a:solidFill>
                  <a:srgbClr val="2B2B2B"/>
                </a:solidFill>
                <a:latin typeface="Arial"/>
              </a:rPr>
              <a:t>. Ce que vous pouvez faire dès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avez maintenant toutes les clés pour utiliser Doctolib sereinement. Voici comment passer à l'action dès_x000B_la fin de cet atelier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1. Créez votre compte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