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Doctolib &amp; Téléconsultation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1 — La plateforme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l'utiliser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Sécurité &amp; confiance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2 — Naviguer sur le site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découvrir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1 — La plateforme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Doctolib, c'est quoi exactement 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l'utiliser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avantages concrets pour vous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Sécurité &amp; confiance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données de santé sont-elles en sécurité 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2 — Naviguer sur le site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votre compte Doctolib pas à pas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Trouver un professionnel de santé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Chercher et choisir son médecin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Prendre rendez-vous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 la recherche à la confirmation en 4 clics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3 — La téléconsultation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Consulter un médecin depuis votre canapé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ça se passe concrètement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Déroulé d'une téléconsultation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Remboursement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Est-ce que c'est remboursé par la Sécurité sociale ?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378800"/>
            <a:ext cx="6498000" cy="1897199"/>
          </a:xfrm>
          <a:prstGeom prst="rect">
            <a:avLst/>
          </a:prstGeom>
          <a:solidFill>
            <a:srgbClr val="FFF8EF"/>
          </a:solidFill>
          <a:ln w="19050">
            <a:solidFill>
              <a:srgbClr val="E67D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378800"/>
            <a:ext cx="6498000" cy="1980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1200" y="1407600"/>
            <a:ext cx="6354000" cy="162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Blocs optionnels — À aborder si le temps le permet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9200" y="15768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7200" y="1620000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4 — Numérique responsable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Quel est l'impact environnemental du numérique médical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numérique n'est pas neutre pour la planète. Un data center, une connexio…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trajet évité = gros gain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4084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7200" y="2451600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 aller plus loin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Ce que vous pouvez faire dès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Vous avez maintenant toutes les clés pour utiliser Doctolib sereinement. Vo…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1. Créez votre compte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