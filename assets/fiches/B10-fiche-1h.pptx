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3788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3788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1200" y="14076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9200" y="1576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200" y="16200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