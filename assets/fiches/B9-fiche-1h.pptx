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 !!!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Identifier un site fiable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Cherchez les mentions légales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Payer en toute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Carte bancaire ou PayPal uniquement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