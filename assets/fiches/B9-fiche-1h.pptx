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 chez soi — souvent en quelques jours.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un site fiable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Payer en toute sécurité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Quel moyen de paiement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Moyen de paiement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Droit de rétractation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