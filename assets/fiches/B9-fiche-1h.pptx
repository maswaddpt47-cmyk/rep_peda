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ses achats en ligne et éviter les arnaques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repérer un faux site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achats en ligne : avantages et risques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achats en ligne : qu'est-ce que c'est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Acheter sur internet, c'est commander un produit ou service via un site web et le recevoir…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arnaques les plus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Phishing / Hameçonnage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Vérifier que le site est sécurisé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repérer un faux site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Signaux d'alerte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un site fiable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bien lire les avis clients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avis clients sont précieux — mais certains sont faux. Voici comment les décrypter 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Payer en toute sécurité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Quel moyen de paiement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Moyen de paiement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droits après l'achat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Droit de rétractation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https + cadenas avant toute saisie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