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Fiche Action - Atelier Prendre en main son smartphone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1h50 | Guide d'animation pour les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Découvrir votre smartphone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Les gestes essentiels sur l'écran tactile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Astuce quotidienne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Se connecter à Internet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 aujourd'hui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 que vous allez apprendre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Découvrir votre smartphone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Faire connaissance avec votre appareil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0:14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Les gestes essentiels sur l'écran tactile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Appuyer (tapoter)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Astuce quotidienne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Votre batterie, votre meilleure alliée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0:30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Se connecter à Internet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Wi-Fi ou réseau mobile : quelle différence ?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0:38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Passer et recevoir un appel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Taper le numéro ou chercher un contact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5334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5334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