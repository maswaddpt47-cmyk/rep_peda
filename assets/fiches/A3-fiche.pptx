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son smartphone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Faire connaissance avec votre appareil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Appuyer (tapoter)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batterie, votre meilleure alliée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Wi-Fi ou réseau mobile : quelle différence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Passer et recevoir un appel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Taper le numéro ou chercher un contact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