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1h54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fichier porte une extension — les quelques lettres après le point dans son nom (ex. : photo.jpg). C'est votre premier repère pour savoir de quoi il s'agit.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est simple et rapide depuis un ordinateur ou un smartphone.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auprès de ceux qui souhaitent protéger leurs échanges, elle reste simple à utiliser au quotidien.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 celui que vous utilisez.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 liste de vos messages. À l'ouverture, le fichier est affiché en bas ou en haut du message selon le service utilisé.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Retrouver ses pièces jointes téléchargées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téléchargé, où se trouve le fichier ? C'est souvent une source de confusion. Voici comment le retrouver facilement selon votre appareil.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pièges à éviter absolument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majorité des cyberattaques arrivent par e-mail. Reconnaître un fichier suspect peut vous éviter de graves désagréments : virus, vol de données, arnaques financières.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signaux d'alarme — Infographie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 vous reconnaissez un seul de ces signaux dans un e-mail reçu, la prudence s'impose. En cas de doute, supprimez le message sans ouvrir la pièce jointe.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recommandées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habitudes simples suffisent pour envoyer et recevoir des pièces jointes en toute sérénité, que vous utilisiez Gmail, Outlook ou Proton Mail.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limites de taille — et comment les contourne…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messagerie impose une limite de taille pour les pièces jointes. Lorsque votre fichier est trop lourd, voici les alternatives à connaître.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les fichiers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