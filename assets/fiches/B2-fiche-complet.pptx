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Voici comment le retrouver facilement selon votre appareil.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vous éviter de graves désagréments : virus, vol de données, arnaques financières.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cas de doute, supprimez le message sans ouvrir la pièce jointe.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recommandées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habitudes simples suffisent pour envoyer et recevoir des pièces jointes en toute sérénité, que vous utilisiez Gmail, Outlook ou Proton Mail.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limites de taille — et comment les contourne…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impose une limite de taille pour les pièces jointes. Lorsque votre fichier est trop lourd, voici les alternatives à connaître.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les fichiers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