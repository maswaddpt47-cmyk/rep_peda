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Pièces jointes par e-mail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1h54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types de fichiers — Ce que disent les extensions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Outlook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Qu'est-ce qu'une pièce jointe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jointe, c'est simplement un fichier que l'on accroche à un e-mail, comme on agra…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types de fichiers — Ce que disent les extens…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fichier porte une extension — les quelques lettres après le point dans son nom (ex.…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Gmail est l'un des services de messagerie les plus utilisés en France. Joindre un fichier 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Outlook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Sur ordinateur (application)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Proton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Proton Mail est une messagerie axée sur la confidentialité et le chiffrement. Populaire au…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Comparatif des trois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service a ses forces. Voici un aperçu rapide pour choisir ou mieux comprendre celui…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Recevoir et ouvrir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recevez un e-mail avec une pièce jointe, une icône de trombone apparaît dans la…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Retrouver ses pièces jointes téléchargées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fois téléchargé, où se trouve le fichier ? C'est souvent une source de confusion. Voic…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pièges à éviter absolument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majorité des cyberattaques arrivent par e-mail. Reconnaître un fichier suspect peut vou…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signaux d'alarme — Infographie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 vous reconnaissez un seul de ces signaux dans un e-mail reçu, la prudence s'impose. En 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12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Bonnes pratiques recommandées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Quelques habitudes simples suffisent pour envoyer et recevoir des pièces jointes en toute 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limites de taille — et comment les contourne…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messagerie impose une limite de taille pour les pièces jointes. Lorsque votre fichi…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qu'il faut retenir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Identifier les fichiers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