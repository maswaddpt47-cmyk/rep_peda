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Numérique &amp; Environnement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L'usage quotidien : des impacts souvent invisibles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data centers : des usines énergivores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On l'oublie souvent, mais le numérique est l'un des secteurs les plus émetteurs de gaz à 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fabrication de nos appareils numériques est de loin la source d'impact la plus importan…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L'usage quotidien : des impacts souvent invisibl…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Streaming vidéo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data centers : des usines énergivores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infrastructures discrètes sont le moteur de notre monde numérique, hébergeant nos donn…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montagne de déchets électroniques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Déchets d'Équipements Électriques et Électroniques (DEEE), ou "e-waste", représentent 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L'obsolescence : le piège du renouvellement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L'obsolescence, qu'elle soit programmée ou perçue, est un facteur majeur de l'empreinte en…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Allonger la vie de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Plutôt que de céder à l'obsolescence programmée ou perçue, adoptons des gestes simples pou…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sobriété numérique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Adopter de petits gestes au quotidien peut avoir un impact significatif sur la réduction d…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: un appétit énergétique démesuré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L'intelligence artificielle, en particulier l'IA générative, est une technologie révolutio…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solutions collectives et réglementaires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Face aux enjeux du numérique, des cadres réglementaires et des initiatives collectives éme…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vous de jouer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Répondez à ces questions individuellement ou en petits groupes, puis partagez vos réflexio…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