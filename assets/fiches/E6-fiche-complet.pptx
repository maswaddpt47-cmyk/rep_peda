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1276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1276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1200" y="21564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2325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200" y="23688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