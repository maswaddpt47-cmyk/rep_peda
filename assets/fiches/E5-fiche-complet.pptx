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Écrans et Jeunesse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1h37 | Guide d'animation — Conseillers Numériques CD47</a:t>
            </a:r>
          </a:p>
        </p:txBody>
      </p:sp>
      <p:sp>
        <p:nvSpPr>
          <p:cNvPr id="3" name="Rectangle 2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Chapitre 1 — État des lieux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Chapitre 2 — Comprendre les mécanismes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Chapitre 3 — Les risques réels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Chapitre 4 — Signaux d'alerte</a:t>
            </a:r>
          </a:p>
        </p:txBody>
      </p:sp>
      <p:sp>
        <p:nvSpPr>
          <p:cNvPr id="5" name="Rectangle 4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4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Au programme aujourd'hui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 que nous allons explorer ensemble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10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Chapitre 1 — État des lieux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Les jeunes et les écrans : les chiffres qui interpellent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10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Chapitre 2 — Comprendre les mécanismes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Pourquoi les écrans sont-ils si difficiles à quitter 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10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Chapitre 3 — Les risques réels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Quels impacts sur la santé des jeunes ?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10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Chapitre 4 — Signaux d'alerte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Comment reconnaître une consommation problématique ?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10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Chapitre 5 — Prévention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Les stratégies qui fonctionnent vraiment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10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Chapitre 6 — Outils concrets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Aménager un environnement numérique sain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1:06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10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Chapitre 7 — Alternatives positives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Créer l'envie d'autre chose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9200" y="87263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529200" y="8726399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1:16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303200" y="87911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5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Conclusion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 que vous pouvez faire dès demain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29200" y="54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29200" y="5400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03200" y="60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Offre départementale d’Inclusion Numérique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Voici les 5 offres et services dispensés par l’équipe départementale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1288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12888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1:29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1353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Besoin d'aide ? Nous sommes là !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Pour nous joindre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