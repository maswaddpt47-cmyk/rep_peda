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1h21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6 — Outils concrets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Aménager un environnement numérique sain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7 — Alternatives positives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l'envie d'autre chose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pouvez faire dès demain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