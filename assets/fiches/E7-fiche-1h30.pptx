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secrets pour vous.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 mais à une échelle colossale.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BÉNÉFICES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l'IA peut vous apporter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RISQUES &amp; LIMITES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il faut se méfier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reconnaître une information générée par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produit des contenus de plus en plus réalistes. Voici les signes qui doivent alerter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BONS RÉFLEXES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Utiliser l'IA en toute sécurité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