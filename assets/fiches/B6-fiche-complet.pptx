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Créer et gérer votre Espace Personnel sur Mon Espace Santé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2h05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Introduction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Pourquoi s'inscrire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Avant de commencer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Étape par étape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nous allons apprendre ensemble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Introduction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Mon Espace Santé : c'est quoi exactement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Pourquoi s'inscrire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bénéfices concrets au quotidien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Avant de commencer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dont vous avez besoin pour vous inscrire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Étape par étape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Créer votre compte en 5 étapes simples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Connexion sécurisée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Se connecter à Mon Espace Santé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Personnalisation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Compléter votre profil de santé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Vos documents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Ajouter et organiser vos documents de santé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Partage &amp; Confidentialité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Gérer les accès à votre espace santé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Comprendre la différence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Ameli et Mon Espace Santé : deux services complémentaires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Remboursements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Suivre vos remboursements en temps réel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Application mobile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Mon Espace Santé dans votre poche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2786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27864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2851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Sécurité &amp; Confidentialité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Vos données sont-elles en sécurité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3535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35352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3600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5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Questions fréquentes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nos participants nous demandent souvent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4284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42840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45792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4579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4348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En résumé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Vous êtes prêt(e) à vous lancer 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5032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5032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5328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5328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5097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Offre départementale d’Inclusion Numérique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Voici les 5 offres et services dispensés par l’équipe départementale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5781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5781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6076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6076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5846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Besoin d'aide ? Nous sommes là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Pour nous joindre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