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norm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Créer et gérer votre Espace Personnel sur Mon Espace Santé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Fiche Action | 1h49 | Guide d'animation —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Introduction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Pourquoi s'inscrire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Avant de commencer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Étape par étape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aujourd'hui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 que nous allons apprendre ensemble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Introduction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Mon Espace Santé : c'est quoi exactement ?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Pourquoi s'inscrire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Les bénéfices concrets au quotidien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Avant de commencer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 dont vous avez besoin pour vous inscrire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2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Étape par étape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Créer votre compte en 5 étapes simples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0:32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Connexion sécurisée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Se connecter à Mon Espace Santé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-100000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-100000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