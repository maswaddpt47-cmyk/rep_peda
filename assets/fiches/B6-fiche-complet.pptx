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1h49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sont-elles en sécurité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nos participants nous demandent souvent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prêt(e) à vous lancer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