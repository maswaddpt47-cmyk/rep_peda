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2h05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la différence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 et Mon Espace Santé : deux services complémentaires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Suivre vos remboursements en temps réel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 mobile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dans votre poche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sont-elles en sécurité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nos participants nous demandent souvent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prêt(e) à vous lancer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5032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5032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5328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5328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5097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5781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5781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6076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6076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5846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