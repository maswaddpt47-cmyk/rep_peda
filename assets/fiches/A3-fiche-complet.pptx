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bons réflexes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Bravo, vous avez fait le premier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en main son smartphone, c'est comme apprendre à conduire : ça demande un peu de pratique, mais une fois lancé, ça devient vite naturel.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