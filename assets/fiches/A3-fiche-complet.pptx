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Rechercher l’appli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Photos et vidéos : votre mémoire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une photo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smartphone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Chrome, Safari ou Firefox — ce sont des navigateurs web. Tapez ce que vous cherchez dans la barre en haut.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bons réflexes au quotidien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Bravo, vous avez fait le premier pas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en main son smartphone, c'est comme apprendre à conduire : ça demande un peu de pratique, mais une fois lancé, ça devient vite naturel.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