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Prendre en main son smartphone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1h34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Découvrir votre smartphone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gestes essentiels sur l'écran tactile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Astuce quotidienne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Se connecter à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Découvrir votre smartphone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Faire connaissance avec votre appareil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gestes essentiels sur l'écran tactile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Appuyer (tapoter)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Astuce quotidienne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batterie, votre meilleure alliée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Se connecter à Internet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Wi-Fi ou réseau mobile : quelle différence 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Passer et recevoir un appel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Taper le numéro ou chercher un contact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Envoyer un SMS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Ouvrez l'application Messages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L'écran d'accueil et les applis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Télécharger une application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Rechercher l’appli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Photos et vidéos : votre mémoire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Prendre une photo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Sécurité &amp; confidentialité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Protégez votre smartphone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Naviguer sur Internet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Ouvrez l'application Chrome, Safari ou Firefox — ce sont des navigateurs web. Tapez ce que vous cherchez dans la barre en haut.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