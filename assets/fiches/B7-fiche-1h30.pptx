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Les Outils Numériques de Scolarité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1h27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que les outils numériques de scolarité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utiliser ces outils numériques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Étape 1 — Se connecter à Educonnect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Mot de passe oublié sur Educonnect ?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que les outils numériques de scolarité…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Ces plateformes officielles et gratuites vous permettent de suivre la scolarité de votre e…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utiliser ces outils numériques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Ces plateformes offrent des avantages significatifs qui simplifient le quotidien des famil…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1 — Se connecter à Educonnect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Educonnect est la porte d'entrée unique vers tous les outils scolaires numériques. Voici c…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Mot de passe oublié sur Educonnect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Pas de panique ! Voici les étapes simples pour récupérer vos identifiants et retrouver l'a…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2 — Consulter les informations sur Pronote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fois connecté via Educonnect, Pronote centralise toute la vie scolaire de votre enfant…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Justifier une absence sur Pronote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guide pas à pas vous montrera comment signaler et justifier une absence de votre enfant…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3 — S'orienter avec Parcoursup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Réservé aux élèves de Terminale, BTS et BUT. Parcoursup est la plateforme nationale d'orie…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dates clés de Parcoursup 2025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Anticipez chaque étape de l'orientation post-bac avec ce calendrier officiel des moments c…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Points de vigilance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Quelques erreurs courantes peuvent compliquer votre expérience sur ces plateformes. Voici 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Arnaques numériques : restez vigilants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escrocs ciblent de plus en plus les plateformes scolaires comme Pronote, Educonnect et…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 résumé — Les étapes clés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les 5 outils et réflexes essentiels pour maîtriser le numérique scolaire en Lot-et-G…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5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Questions fréquentes (FAQ)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5 questions les plus posées par les parents et les réponses claires sur Pronote, Educo…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Ateliers numériques du Lot-et-Garonne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Renforcez vos compétences numériques avec nos sessions pratiques, conviviales et adaptées 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3535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35352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3600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Besoin d'aide ? Nous sommes là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Service Inclusion Numérique du Département du Lot-et-Garonne propose des ateliers gratu…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