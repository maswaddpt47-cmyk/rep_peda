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1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Les Outils Numériques de Scolarité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1h27 | Guide d'animation — Conseillers Numériques CD47</a:t>
            </a:r>
          </a:p>
        </p:txBody>
      </p:sp>
      <p:sp>
        <p:nvSpPr>
          <p:cNvPr id="4" name="Rectangle 3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Qu'est-ce que les outils numériques de scolarité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Pourquoi utiliser ces outils numériques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Étape 1 — Se connecter à Educonnect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Mot de passe oublié sur Educonnect ?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Qu'est-ce que les outils numériques de scolarité…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Ces plateformes officielles et gratuites vous permettent de suivre la scolarité de votre enfant, de gérer l'orientation et de communiquer avec l'école — directement depuis chez vous, sur ordinateur ou smartphone.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Pourquoi utiliser ces outils numériques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Ces plateformes offrent des avantages significatifs qui simplifient le quotidien des familles et améliorent le suivi scolaire.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1 — Se connecter à Educonnect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Educonnect est la porte d'entrée unique vers tous les outils scolaires numériques. Voici comment vous connecter en quelques minutes.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Mot de passe oublié sur Educonnect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Pas de panique ! Voici les étapes simples pour récupérer vos identifiants et retrouver l'accès à votre compte Educonnect en quelques minutes.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2 — Consulter les informations sur Pronote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fois connecté via Educonnect, Pronote centralise toute la vie scolaire de votre enfant : notes, absences, devoirs et communication avec l'équipe pédagogique.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Justifier une absence sur Pronote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guide pas à pas vous montrera comment signaler et justifier une absence de votre enfant directement depuis l'application Pronote ou la version web.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3 — S'orienter avec Parcoursup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Réservé aux élèves de Terminale, BTS et BUT. Parcoursup est la plateforme nationale d'orientation vers l'enseignement supérieur. Les délais sont stricts — anticipez !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dates clés de Parcoursup 2025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Anticipez chaque étape de l'orientation post-bac avec ce calendrier officiel des moments cruciaux.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Points de vigilance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Quelques erreurs courantes peuvent compliquer votre expérience sur ces plateformes. Voici les réflexes essentiels à adopter dès maintenant.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2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Arnaques numériques : restez vigilants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escrocs ciblent de plus en plus les plateformes scolaires comme Pronote, Educonnect et Parcoursup. Apprenez à identifier les tentatives de fraude pour protéger vos données et celles de votre enfant.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 résumé — Les étapes clés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Voici les 5 outils et réflexes essentiels pour maîtriser le numérique scolaire en Lot-et-Garonne. Chaque outil a son rôle précis dans le parcours de votre enfant.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5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Questions fréquentes (FAQ)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5 questions les plus posées par les parents et les réponses claires sur Pronote, Educonnect et Parcoursup.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9200" y="2786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29200" y="27864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3200" y="2851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Ateliers numériques du Lot-et-Garonne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Renforcez vos compétences numériques avec nos sessions pratiques, conviviales et adaptées à tous les niveaux.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9200" y="3535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29200" y="35352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03200" y="3600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Besoin d'aide ? Nous sommes là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Service Inclusion Numérique du Département du Lot-et-Garonne propose des ateliers gratuits pour accompagner parents et jeunes dans l'utilisation de ces outils numériques scolaires.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