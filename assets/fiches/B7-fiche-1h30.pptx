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1h27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enfant, de gérer l'orientation et de communiquer avec l'école — directement depuis chez vous, sur ordinateur ou smartphone.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familles et améliorent le suivi scolaire.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 Voici comment vous connecter en quelques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l'accès à votre compte Educonnect en quelques minutes.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 : notes, absences, devoirs et communication avec l'équipe pédagogique.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 directement depuis l'application Pronote ou la version web.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d'orientation vers l'enseignement supérieur. Les délais sont stricts — anticipez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cruciaux.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les réflexes essentiels à adopter dès maintenant.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Arnaques numériques : restez vigilants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escrocs ciblent de plus en plus les plateformes scolaires comme Pronote, Educonnect et Parcoursup. Apprenez à identifier les tentatives de fraude pour protéger vos données et celles de votre enfant.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Lot-et-Garonne. Chaque outil a son rôle précis dans le parcours de votre enfant.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 (FAQ)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5 questions les plus posées par les parents et les réponses claires sur Pronote, Educonnect et Parcoursup.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Ateliers numériques du Lot-et-Garonne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Renforcez vos compétences numériques avec nos sessions pratiques, conviviales et adaptées à tous les niveaux.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Service Inclusion Numérique du Département du Lot-et-Garonne propose des ateliers gratuits pour accompagner parents et jeunes dans l'utilisation de ces outils numériques scolaires.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