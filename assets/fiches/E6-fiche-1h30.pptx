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Numérique &amp; Environnement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1h30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numérique : un secteur qui pèse lourd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Nos appareils : le cœur du problème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L'usage quotidien : des impacts souvent invisibles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data centers : des usines énergivores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numérique : un secteur qui pèse lourd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On l'oublie souvent, mais le numérique est l'un des secteurs les plus émetteurs de gaz à 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Nos appareils : le cœur du problème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fabrication de nos appareils numériques est de loin la source d'impact la plus importan…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L'usage quotidien : des impacts souvent invisibl…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Streaming vidéo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data centers : des usines énergivores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infrastructures discrètes sont le moteur de notre monde numérique, hébergeant nos donn…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montagne de déchets électroniques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Déchets d'Équipements Électriques et Électroniques (DEEE), ou "e-waste", représentent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0:42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L'obsolescence : le piège du renouvellement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L'obsolescence, qu'elle soit programmée ou perçue, est un facteur majeur de l'empreinte en…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