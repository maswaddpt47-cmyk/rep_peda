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1h30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1:14</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1:22</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2" name="Rectangle 11"/>
          <p:cNvSpPr/>
          <p:nvPr/>
        </p:nvSpPr>
        <p:spPr>
          <a:xfrm>
            <a:off x="529200" y="21276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1276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1200" y="21564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15" name="Rectangle 14"/>
          <p:cNvSpPr/>
          <p:nvPr/>
        </p:nvSpPr>
        <p:spPr>
          <a:xfrm>
            <a:off x="529200" y="23256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7200" y="23688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17" name="Rectangle 16"/>
          <p:cNvSpPr/>
          <p:nvPr/>
        </p:nvSpPr>
        <p:spPr>
          <a:xfrm>
            <a:off x="529200" y="3157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200" y="32003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19" name="Rectangle 18"/>
          <p:cNvSpPr/>
          <p:nvPr/>
        </p:nvSpPr>
        <p:spPr>
          <a:xfrm>
            <a:off x="529200" y="39888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7200" y="40319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21" name="Rectangle 20"/>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