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informations et bien plus encore. Il en existe plusieurs formes selon vos besoins.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pratiquer dès le premier jour 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 le départ.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la tenir, et entraînez-vous à ces quatre gestes fondamentaux.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naviguer confortablement.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permettent de tout contrôler.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