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Télécharger et gérer ses 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C'est quoi une application ? | Les deux grandes boutiques d'applications | Chercher et trouver la bonne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C'est quoi une application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application (ou « app ») est un petit programme que vous inst…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Utilitaires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Météo, calculatrice, agenda, lampe de poche, traducteur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Information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deux grandes boutiques d'applications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Selon votre téléphone, vous accédez à une boutique officielle dif…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 Store — iPhone &amp; iPad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boutique d'Apple, accessible via l'icône bleue avec un « A ».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Icône bleue sur l'écran d'accueil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Chercher et trouver la bonne application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Avant de télécharger, prenez le temps de chercher et de comparer.…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Tapez un mot-clé précis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Utilisez la barre de recherche en haut de la boutique. Essayez de…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Vérifiez les avis et la note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Organiser ses applications sur l'écran d'accu…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Au fil du temps, les applications s'accumulent et l'écran d'accue…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Créer des dossiers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Maintenez votre doigt appuyé sur une icône jusqu'à ce qu'elle « t…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Déplacer les icônes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Mettre à jour ses applications : pourquoi c'e… | Désinstaller une application : comment et qua… | Gérer l'espace de stockage de son téléphone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Télécharger et gérer ses 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C'est quoi une application ? | Les deux grandes boutiques d'applications | Chercher et trouver la bonne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Mettre à jour ses applications : pourquoi c'e…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mise à jour, c'est comme une révision de voiture : elle corri…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Sécurité renforcée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mises à jour corrigent les failles de sécurité qui pourraient…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Meilleures performances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Désinstaller une application : comment et qua…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Supprimer des applications inutilisées est une excellente habitud…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iPhone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Appuyez longuement sur l'icône  touchez « Supprimer l'app »  conf…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Android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Gérer l'espace de stockage de son téléphone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applications, photos et vidéos prennent de la place. Quand le…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Quand votre téléphone affiche « Espace insuffisant », commencez t…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