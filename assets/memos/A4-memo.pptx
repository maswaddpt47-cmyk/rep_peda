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installez sur votre smartphone pour accomplir une tâche précise. Comme les outils dans une boîte à outils : chaque app a sa fonction.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différente. C'est là que vous trouverez toutes les applications vérifiées et sécurisées.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Toutes les apps sont vérifiées par Apple avant d'être publiées, ce qui garantit un niveau de sécurité élevé.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2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 Une bonne application est celle qui correspond vraiment à votre besoin — pas forcément la première qui apparaît.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des termes comme « météo », « recettes », « transport en commun » ou le nom exact de l'app.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Organiser ses applications sur l'écran d'accueil | Mettre à jour ses applications : pourquoi c'est important ? | Désinstaller une application : comment et quand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d'accueil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d'accueil devient difficile à lire. Voici comment garder un téléphone bien rangé et agréable à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tremble », puis faites-la glisser sur une autre app. Un dossier se crée automatiquement ! Nommez-le selon la catégorie : « Photos », « Finances », « Santé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c'est important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corrige les problèmes, améliore les performances et renforce la sécurité. Ne les ignorez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 être exploitées par des personnes malveillantes pour accéder à vos données.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quand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habitude : cela libère de l'espace, améliore les performances de votre téléphone et renforce votre vie privée.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confirmez. Autre méthode : Réglages  Général  Stockage iPhone  choisissez l'app  Supprimer.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9983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462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 téléphone est plein, il ralentit et ne peut plus recevoir de mises à jour. Voici comment surveiller et optimiser l'espace disponible.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toujours par supprimer les applications inutilisées et vider la corbeille des photos — c'est souvent suffisant.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