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Télécharger et gérer ses 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C'est quoi une application ? | Les deux grandes boutiques d'applications | Chercher et trouver la bonne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C'est quoi une application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Une application (ou « app ») est un petit programme que vous installez sur votre smartphone pour accomplir une tâche précise. Comme les outils dans une boîte à outils : chaque app a sa fonction.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Utilitaires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Météo, calculatrice, agenda, lampe de poche, traducteur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Information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348000"/>
            <a:ext cx="6490800" cy="16848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348000"/>
            <a:ext cx="572400" cy="1684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769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414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3840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Les deux grandes boutiques d'applications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812400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Selon votre téléphone, vous accédez à une boutique officielle différente. C'est là que vous trouverez toutes les applications vérifiées et sécurisées.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 Store — iPhone &amp; iPad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boutique d'Apple, accessible via l'icône bleue avec un « A ». Toutes les apps sont vérifiées par Apple avant d'être publiées, ce qui garantit un niveau de sécurité élevé.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Icône bleue sur l'écran d'accueil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5097600"/>
            <a:ext cx="6490800" cy="16848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5097600"/>
            <a:ext cx="572400" cy="1684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518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164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5133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Chercher et trouver la bonne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562000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Avant de télécharger, prenez le temps de chercher et de comparer. Une bonne application est celle qui correspond vraiment à votre besoin — pas forcément la première qui apparaît.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Tapez un mot-clé précis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Utilisez la barre de recherche en haut de la boutique. Essayez des termes comme « météo », « recettes », « transport en commun » ou le nom exact de l'app.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Vérifiez les avis et la note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7639200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540799" y="76752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Organiser ses applications sur l'écran d'accueil | Mettre à jour ses applications : pourquoi c'est important ? | Désinstaller une application : comment et quand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Télécharger et gérer ses 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C'est quoi une application ? | Les deux grandes boutiques d'applications | Chercher et trouver la bonne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835999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835999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Organiser ses applications sur l'écran d'accueil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3355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Au fil du temps, les applications s'accumulent et l'écran d'accueil devient difficile à lire. Voici comment garder un téléphone bien rangé et agréable à utiliser.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Créer des dossiers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Maintenez votre doigt appuyé sur une icône jusqu'à ce qu'elle « tremble », puis faites-la glisser sur une autre app. Un dossier se crée automatiquement ! Nommez-le selon la catégorie : « Photos », « Finances », « Santé »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Déplacer les icônes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6504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6504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4071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7170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686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Mettre à jour ses applications : pourquoi c'est important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41148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Une mise à jour, c'est comme une révision de voiture : elle corrige les problèmes, améliore les performances et renforce la sécurité. Ne les ignorez pas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Sécurité renforcée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mises à jour corrigent les failles de sécurité qui pourraient être exploitées par des personnes malveillantes pour accéder à vos données.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Meilleures performances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5248800"/>
            <a:ext cx="6490800" cy="16848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5248800"/>
            <a:ext cx="572400" cy="1684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6700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315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52848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Désinstaller une application : comment et quand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713200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Supprimer des applications inutilisées est une excellente habitude : cela libère de l'espace, améliore les performances de votre téléphone et renforce votre vie privée.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Sur iPhone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Appuyez longuement sur l'icône  touchez « Supprimer l'app »  confirmez. Autre méthode : Réglages  Général  Stockage iPhone  choisissez l'app  Supprimer.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Sur Android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998399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998399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7419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70649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7034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Gérer l'espace de stockage de son téléphone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74628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applications, photos et vidéos prennent de la place. Quand le téléphone est plein, il ralentit et ne peut plus recevoir de mises à jour. Voici comment surveiller et optimiser l'espace disponible.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Quand votre téléphone affiche « Espace insuffisant », commencez toujours par supprimer les applications inutilisées et vider la corbeille des photos — c'est souvent suffisant.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