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 une application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application (ou « app ») est un petit programme que vous installez sur votre smartphone pour accomplir une tâche précise. Comme les outils dans une boîte à outils : chaque app a sa fonction.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Météo, calculatrice, agenda, lampe de poche, traducteur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deux grandes boutiques d'applications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Selon votre téléphone, vous accédez à une boutique officielle différente. C'est là que vous trouverez toutes les applications vérifiées et sécurisées.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 Store — iPhone &amp; iPad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boutique d'Apple, accessible via l'icône bleue avec un « A ». Toutes les apps sont vérifiées par Apple avant d'être publiées, ce qui garantit un niveau de sécurité élevé.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Icône bleue sur l'écran d'accueil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097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097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518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133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Chercher et trouver la bonne application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562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télécharger, prenez le temps de chercher et de comparer. Une bonne application est celle qui correspond vraiment à votre besoin — pas forcément la première qui apparaît.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un mot-clé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Utilisez la barre de recherche en haut de la boutique. Essayez des termes comme « météo », « recettes », « transport en commun » ou le nom exact de l'app.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les avis et la 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Organiser ses applications sur l'écran d'accueil | Mettre à jour ses applications : pourquoi c'est important ? | Désinstaller une application : comment et quand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Télécharger et gérer ses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 une application ? | Les deux grandes boutiques d'applications | Chercher et trouver la bonne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Organiser ses applications sur l'écran d'accueil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 fil du temps, les applications s'accumulent et l'écran d'accueil devient difficile à lire. Voici comment garder un téléphone bien rangé et agréable à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des dossiers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Maintenez votre doigt appuyé sur une icône jusqu'à ce qu'elle « tremble », puis faites-la glisser sur une autre app. Un dossier se crée automatiquement ! Nommez-le selon la catégorie : « Photos », « Finances », « Santé »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Déplacer les icônes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Mettre à jour ses applications : pourquoi c'est important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mise à jour, c'est comme une révision de voiture : elle corrige les problèmes, améliore les performances et renforce la sécurité. Ne les ignorez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Sécurité renforcée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mises à jour corrigent les failles de sécurité qui pourraient être exploitées par des personnes malveillantes pour accéder à vos données.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Meilleures performances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248800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Désinstaller une application : comment et quand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7132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Supprimer des applications inutilisées est une excellente habitude : cela libère de l'espace, améliore les performances de votre téléphone et renforce votre vie privée.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iPhone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longuement sur l'icône  touchez « Supprimer l'app »  confirmez. Autre méthode : Réglages  Général  Stockage iPhone  choisissez l'app  Supprimer.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Android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9983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l'espace de stockage de son téléphone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462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applications, photos et vidéos prennent de la place. Quand le téléphone est plein, il ralentit et ne peut plus recevoir de mises à jour. Voici comment surveiller et optimiser l'espace disponible.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votre téléphone affiche « Espace insuffisant », commencez toujours par supprimer les applications inutilisées et vider la corbeille des photos — c'est souvent suffisant.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