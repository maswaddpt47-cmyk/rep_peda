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Créer et gérer votre espace personnel en ligne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Ce que vous allez apprendre | À quoi sert un espace personnel ? | Les principaux sites administratifs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Ce que vous allez apprendre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Ce guide couvre toutes les étapes essentielles pour vous sentir à l'aise avec les services administratifs en ligne. Voici le programme 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Comprendre l'espace personnel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À quoi ça sert et pourquoi c'est utile au quotidien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Créer votre compte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196799"/>
            <a:ext cx="6490800" cy="16848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196799"/>
            <a:ext cx="572400" cy="1684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6179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263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2327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À quoi sert un espace personnel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661199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 espace personnel, c'est votre coin privé sur le site d'un organisme administratif. Une fois connecté, vous pouvez tout faire à distance, sans vous déplacer ni attendre en file d'attente.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Vos droits, vos remboursements, vos avis d'imposition et vos relevés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Vos revenus, votre situation familiale, un changement d'adresse ou de situation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Communiquer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4946399"/>
            <a:ext cx="6490800" cy="2138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4946399"/>
            <a:ext cx="572400" cy="213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3675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0130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49823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Les principaux sites administratifs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410799"/>
            <a:ext cx="5828400" cy="163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Chaque organisme dispose de son propre espace en ligne. Voici un aperçu des plateformes les plus utilisées en France et de ce que chacune propose 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Assurance Maladie — Consultez vos remboursements de soins, téléchargez votre attestation vitale, déclarez votre médecin traitant et envoyez des messages à votre caisse.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Caisse d'Allocations Familiales — Gérez vos allocations (APL, RSA, allocations familiales), déclarez vos ressources et mettez à jour votre situation personnelle.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Mutualité Sociale Agricole — Pour les salariés et exploitants agricoles : santé, retraite, famille et cotisations, tout en un seul espace.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7639200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540799" y="7675200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Ouvrir votre compte Ameli (Assurance Maladie) | Ouvrir votre compte Impôts.gouv.fr | Où trouver vos numéros clés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Créer et gérer votre espace personnel en ligne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Ce que vous allez apprendre | À quoi sert un espace personnel ? | Les principaux sites administratifs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Ouvrir votre compte Ameli (Assurance Maladie)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Ameli.fr est le portail de l'Assurance Maladie. Voici comment créer votre espace personnel étape par étape.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Ce qu'il vous faut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Votre numéro de Sécurité sociale (NIR) : 15 chiffres figurant sur votre carte Vitale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Votre date de naissance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348000"/>
            <a:ext cx="6490800" cy="1987199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348000"/>
            <a:ext cx="572400" cy="1987199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769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414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3840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Ouvrir votre compte Impôts.gouv.fr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812400"/>
            <a:ext cx="5828400" cy="1486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site impots.gouv.fr vous permet de déclarer vos revenus, consulter vos avis d'imposition et gérer votre prélèvement à la source. Voici ce qu'il faut pour créer votre espace.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Ce qu'il vous faut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Votre numéro fiscal (13 chiffres) : il figure en haut à gauche de votre avis d'imposition ou de votre déclaration de revenus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Votre numéro de déclarant en ligne (7 chiffres) : il figure sur votre avis d'imposition, juste en dessous du numéro fiscal — attention, il change chaque année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5400000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5400000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8212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4666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54360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Où trouver vos numéros clés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8644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Avant de créer vos espaces personnels, repérez ces numéros essentiels sur vos documents. Voici où les trouver facilement.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NIR (numéro de Sécurité sociale) — 15 chiffres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Où le trouver : Sur votre carte Vitale (au dos), sur vos relevés de remboursement Ameli, sur votre attestation de droits. Format : 1 85 03 75 108 025 08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RIB (Relevé d'Identité Bancaire)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998399"/>
            <a:ext cx="6490800" cy="13716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998399"/>
            <a:ext cx="572400" cy="13716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74196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7064999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70344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Créer votre espace personnel : ce qu'il faut préparer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7462800"/>
            <a:ext cx="5828400" cy="87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Ce que vous aurez besoin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Une adresse e-mail valide et accessible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Votre numéro de Sécurité sociale (NIR) ou numéro fiscal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 numéro de téléphone mobile (pour la vérification)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