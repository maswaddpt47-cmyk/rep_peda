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et gérer votre espace personnel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Ce que vous allez apprendre | À quoi sert un espace personnel ? | Les principaux sites administratifs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Ce que vous allez apprendre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guide couvre toutes les étapes essentielles pour vous sentir à…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Comprendre l'espace personnel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À quoi ça sert et pourquoi c'est utile au quotidien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votre compte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À quoi sert un espace personnel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espace personnel, c'est votre coin privé sur le site d'un orga…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droits, vos remboursements, vos avis d'imposition et vos rele…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revenus, votre situation familiale, un changement d'adresse 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Communiquer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principaux sites administratifs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organisme dispose de son propre espace en ligne. Voici un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Assurance Maladie — Consultez vos remboursements de soins, téléch…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Caisse d'Allocations Familiales — Gérez vos allocations (APL, RSA…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Mutualité Sociale Agricole — Pour les salariés et exploitants agr…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Ouvrir votre compte Ameli (Assurance Maladie)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Ameli.fr est le portail de l'Assurance Maladie. Voici comment cré…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qu'il vous faut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Sécurité sociale (NIR) : 15 chiffres figurant sur…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date de naissance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Ouvrir votre compte Impôts.gouv.fr | Où trouver vos numéros clés ? | Créer votre espace personnel : ce qu'il faut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et gérer votre espace personnel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Ce que vous allez apprendre | À quoi sert un espace personnel ? | Les principaux sites administratifs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Ouvrir votre compte Impôts.gouv.fr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site impots.gouv.fr vous permet de déclarer vos revenus, consu…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qu'il vous faut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fiscal (13 chiffres) : il figure en haut à gauche de…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déclarant en ligne (7 chiffres) : il figure sur v…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Où trouver vos numéros clés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créer vos espaces personnels, repérez ces numéros essent…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NIR (numéro de Sécurité sociale) — 15 chiffres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Où le trouver : Sur votre carte Vitale (au dos), sur vos relevés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RIB (Relevé d'Identité Bancaire)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Créer votre espace personnel : ce qu'il faut 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que vous aurez besoin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adresse e-mail valide et accessible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Sécurité sociale (NIR) ou numéro fiscal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numéro de téléphone mobile (pour la vérification)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