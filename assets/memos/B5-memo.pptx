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Ce que vous allez apprendre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couvre toutes les étapes essentielles pour vous sentir à l'aise avec les services administratifs en ligne. Voici le programme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 l'espace personnel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quoi ça sert et pourquoi c'est utile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votre compte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À quoi sert un espace personnel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espace personnel, c'est votre coin privé sur le site d'un organisme administratif. Une fois connecté, vous pouvez tout faire à distance, sans vous déplacer ni attendre en file d'attente.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droits, vos remboursements, vos avis d'imposition et vos relevés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revenus, votre situation familiale, un changement d'adresse ou de situation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399"/>
            <a:ext cx="6490800" cy="2138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399"/>
            <a:ext cx="572400" cy="213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5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3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principaux sites administratifs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799"/>
            <a:ext cx="5828400" cy="163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organisme dispose de son propre espace en ligne. Voici un aperçu des plateformes les plus utilisées en France et de ce que chacune propose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Assurance Maladie — Consultez vos remboursements de soins, téléchargez votre attestation vitale, déclarez votre médecin traitant et envoyez des messages à votre caisse.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Caisse d'Allocations Familiales — Gérez vos allocations (APL, RSA, allocations familiales), déclarez vos ressources et mettez à jour votre situation personnelle.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Mutualité Sociale Agricole — Pour les salariés et exploitants agricoles : santé, retraite, famille et cotisations, tout en un seul espace.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Ouvrir votre compte Ameli (Assurance Maladie) | Ouvrir votre compte Impôts.gouv.fr | 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Ouvrir votre compte Ameli (Assurance Maladie)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est le portail de l'Assurance Maladie. Voici comment créer votre espace personnel étape par étape.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 votre carte Vitale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9871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9871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Ouvrir votre compte Impôts.gouv.fr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impots.gouv.fr vous permet de déclarer vos revenus, consulter vos avis d'imposition et gérer votre prélèvement à la source. Voici ce qu'il faut pour créer votre espace.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fiscal (13 chiffres) : il figure en haut à gauche de votre avis d'imposition ou de votre déclaration de revenus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déclarant en ligne (7 chiffres) : il figure sur votre avis d'imposition, juste en dessous du numéro fiscal — attention, il change chaque année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400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400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821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466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436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Où trouver vos numéros clés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864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créer vos espaces personnels, repérez ces numéros essentiels sur vos documents. Voici où les trouver facilement.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NIR (numéro de Sécurité sociale) — 15 chiffres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Où le trouver : Sur votre carte Vitale (au dos), sur vos relevés de remboursement Ameli, sur votre attestation de droits. Format : 1 85 03 75 108 025 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RIB (Relevé d'Identité Bancaire)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998399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Créer votre espace personnel : ce qu'il faut préparer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462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aurez besoin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 et accessible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ou numéro fiscal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numéro de téléphone mobile (pour la vérification)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