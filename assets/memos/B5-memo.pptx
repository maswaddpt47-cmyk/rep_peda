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Impôts.gouv.fr | Où trouver vos numéros clés ? | Créer votre espace personnel : ce qu'il faut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