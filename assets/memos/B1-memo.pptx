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la messagerie, c'est important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Aujourd'hui, l'e-mail est devenu incontournable : administrations…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Accepté par toutes les administrations et entreprises.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messages sont conservés et traçables.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Fonctionne partout dans le monde, sur tous les appareils.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trois grandes messageries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existe de nombreux services de messagerie, mais trois dominent…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(Google)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plus répandue dans le monde. Interface claire, excellente inté…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Outlook (Microsoft)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Anatomie d'une boîte 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se lancer, comprenons les éléments essentiels de l'inter…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mobile, les dossiers sont souvent accessibles via un menu "ha…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Lire et comprendre un e-mail reçu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un mail, c'est bien. Le comprendre, c'est mieux ! Chaque…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L'expéditeur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vous écrit ? Vérifiez toujours l'adresse complète, pas seulem…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résumé du sujet traité. Un objet vide ou bizarre doit vous ale…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Rédiger et envoyer un e-mail | Les champs À, Cc et Cci expliqués | 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Rédiger et envoyer un e-mail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Envoyer un mail professionnel ou personnel ne s'improvise pas tou…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Nouveau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Rédigez le message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champs À, Cc et Cci expliqués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composez un e-mail, trois champs destinataires sont di…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(Destinataire principal)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ou les personnes directement concernées par le message. Elles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Cc (Copie carbone)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Ajouter une pièce jointe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 permet d'envoyer un fichier (photo, document PDF…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l'icône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Présente dans toutes les messageries lors de la rédaction d'un no…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Sélectionnez votre fichier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