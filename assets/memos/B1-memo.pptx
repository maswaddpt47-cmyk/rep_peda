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Pourquoi la messagerie, c'est important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Accepté par toutes les administrations et entreprises.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Vos messages sont conservés et traçables.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Fonctionne partout dans le monde, sur tous les appareils.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6490800" cy="16848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499199"/>
            <a:ext cx="572400" cy="1684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trois grandes messageries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39635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Il existe de nombreux services de messagerie, mais trois dominent largement le marché en France et en Europe. Chacune a ses atouts et son public.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Gmail (Google)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plus répandue dans le monde. Interface claire, excellente intégration avec Drive, Agenda et YouTube. Idéale pour un usage personnel ou professionnel léger.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Outlook (Microsoft)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248799"/>
            <a:ext cx="6490800" cy="13824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248799"/>
            <a:ext cx="572400" cy="1382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6699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2847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boîte mail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7131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Avant de se lancer, comprenons les éléments essentiels de l'interface. Quelle que soit la messagerie utilisée, vous retrouverez toujours les mêmes grandes zones.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Sur mobile, les dossiers sont souvent accessibles via un menu "hamburger" () en haut à gauche. Ne les cherchez pas trop loin !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6695999"/>
            <a:ext cx="6490800" cy="13824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32800" y="6695999"/>
            <a:ext cx="572400" cy="1382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206000" y="71171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2800" y="67625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7200" y="67320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Rédiger et envoyer un e-mail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200" y="7160399"/>
            <a:ext cx="5828400" cy="881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Envoyer un mail professionnel ou personnel ne s'improvise pas tout à fait. Voici les étapes clés pour composer un message clair et bien reçu.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Nouveau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Destinataire &amp; Objet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Rédigez le message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2800" y="82151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540799" y="8251199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Lire et comprendre un e-mail reçu | Les champs À, Cc et Cci expliqués | 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Prenez en main votre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Pourquoi la messagerie, c'est important ? | Les trois grandes messageries | Anatomie d'une boîte 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6490800" cy="1835999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32800" y="1749600"/>
            <a:ext cx="572400" cy="1835999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Lire et comprendre un e-mail reçu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9200" y="2214000"/>
            <a:ext cx="5828400" cy="13355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Recevoir un mail, c'est bien. Le comprendre, c'est mieux ! Chaque e-mail contient plusieurs informations importantes à repérer dès le premier regard.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L'expéditeur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Qui vous écrit ? Vérifiez toujours l'adresse complète, pas seulement le nom affiché. Un vrai organisme possède une adresse officielle (ex : noreply@ameli.fr).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résumé du sujet traité. Un objet vide ou bizarre doit vous alerter. Un bon expéditeur donne toujours un objet clair et précis.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2800" y="36504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32800" y="36504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206000" y="4071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2800" y="3717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7200" y="3686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champs À, Cc et Cci expliqués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9200" y="41148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composez un e-mail, trois champs destinataires sont disponibles. Chacun a un rôle précis que beaucoup de gens confondent.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À (Destinataire principal)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ou les personnes directement concernées par le message. Elles sont censées répondre ou agir.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Cc (Copie carbone)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2800" y="52488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32800" y="52488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1206000" y="567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2800" y="53154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7200" y="528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Ajouter une pièce jointe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9200" y="57132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pièce jointe permet d'envoyer un fichier (photo, document PDF, facture) avec votre e-mail. C'est très pratique, mais quelques règles s'imposent pour éviter les mauvaises surprises.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Cliquez sur l'icône trombone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Présente dans toutes les messageries lors de la rédaction d'un nouveau message.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Sélectionnez votre fichier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