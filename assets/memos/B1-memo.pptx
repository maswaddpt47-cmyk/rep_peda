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la messagerie, c'est important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Accepté par toutes les administrations et entreprises.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messages sont conservés et traçables.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Fonctionne partout dans le monde, sur tous les appareils.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trois grandes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de nombreux services de messagerie, mais trois dominent largement le marché en France et en Europe. Chacune a ses atouts et son public.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(Google)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plus répandue dans le monde. Interface claire, excellente intégration avec Drive, Agenda et YouTube. Idéale pour un usage personnel ou professionnel léger.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Outlook (Microsoft)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7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7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69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boîte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1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se lancer, comprenons les éléments essentiels de l'interface. Quelle que soit la messagerie utilisée, vous retrouverez toujours les mêmes grandes zones.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mobile, les dossiers sont souvent accessibles via un menu "hamburger" () en haut à gauche. Ne les cherchez pas trop loin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95999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95999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171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625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32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Rédiger et envoyer un e-mail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60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Envoyer un mail professionnel ou personnel ne s'improvise pas tout à fait. Voici les étapes clés pour composer un message clair et bien reçu.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Nouveau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Rédigez le message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215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511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Lire et comprendre un e-mail reçu | Les champs À, Cc et Cci expliqués | 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Lire et comprendre un e-mail reçu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un mail, c'est bien. Le comprendre, c'est mieux ! Chaque e-mail contient plusieurs informations importantes à repérer dès le premier regard.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L'expéditeur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vous écrit ? Vérifiez toujours l'adresse complète, pas seulement le nom affiché. Un vrai organisme possède une adresse officielle (ex : noreply@ameli.fr).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résumé du sujet traité. Un objet vide ou bizarre doit vous alerter. Un bon expéditeur donne toujours un objet clair et précis.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champs À, Cc et Cci expliqués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composez un e-mail, trois champs destinataires sont disponibles. Chacun a un rôle précis que beaucoup de gens confondent.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(Destinataire principal)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ou les personnes directement concernées par le message. Elles sont censées répondre ou agir.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Cc (Copie carbone)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Ajouter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 permet d'envoyer un fichier (photo, document PDF, facture) avec votre e-mail. C'est très pratique, mais quelques règles s'imposent pour éviter les mauvaises surprises.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l'icône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Présente dans toutes les messageries lors de la rédaction d'un nouveau message.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Sélectionnez votre fichier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