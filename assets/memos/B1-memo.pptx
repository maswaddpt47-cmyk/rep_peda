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 largement le marché en France et en Europe. Chacune a ses atouts et son public.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intégration avec Drive, Agenda et YouTube. Idéale pour un usage personnel ou professionnel léger.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7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7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69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1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l'interface. Quelle que soit la messagerie utilisée, vous retrouverez toujours les mêmes grandes zones.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"hamburger" () en haut à gauche. Ne les cherchez pas trop loin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959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959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17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625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32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6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tout à fait. Voici les étapes clés pour composer un message clair et bien reçu.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215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511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Lire et comprendre un e-mail reçu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 e-mail contient plusieurs informations importantes à repérer dès le premier regard.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seulement le nom affiché. Un vrai organisme possède une adresse officielle (ex : noreply@ameli.fr).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alerter. Un bon expéditeur donne toujours un objet clair et précis.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disponibles. Chacun a un rôle précis que beaucoup de gens confondent.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sont censées répondre ou agir.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PDF, facture) avec votre e-mail. C'est très pratique, mais quelques règles s'imposent pour éviter les mauvaises surprises.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nouveau message.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