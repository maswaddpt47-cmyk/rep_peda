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Numérique &amp; Environnement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numérique : un secteur qui pèse lourd | Nos appareils : le cœur du problème | L'usage quotidien : des impacts souvent invis…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numérique : un secteur qui pèse lourd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On l'oublie souvent, mais le numérique est l'un des secteurs 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émissions mondiales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numérique représente aujourd'hui environ 4 % des émissions mon…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consommation électrique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Nos appareils : le cœur du problème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fabrication de nos appareils numériques est de loin la source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neuf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Fabriquer un smartphone émet en moyenne 70 kg de CO — soit l'équi…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portable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L'usage quotidien : des impacts souvent invis…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Streaming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Regarder une heure de vidéo en streaming émet environ 36 g de CO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HD et 4K consomme 3 à 4 fois plus de données qu'une vi…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e-mails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data centers : des usines énergivores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infrastructures discrètes sont le moteur de notre monde numér…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d'eau par kWh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 chaque kilowatt-heure d'électricité consommée par un data ce…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l'électricité mondiale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montagne de déchets électroniques | L'obsolescence : le piège du renouvellement | 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Numérique &amp; Environnement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numérique : un secteur qui pèse lourd | Nos appareils : le cœur du problème | L'usage quotidien : des impacts souvent invis…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montagne de déchets électroniques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Déchets d'Équipements Électriques et Électroniques (DEEE), 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50 millions de tonnes par 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année, la planète génère un volume colossal de déchets éle…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Moins de 20% recyclé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L'obsolescence : le piège du renouvellement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L'obsolescence, qu'elle soit programmée ou perçue, est un facteur…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Obsolescence Programmée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produits sont conçus pour avoir une durée de vie limitée, par…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Obsolescence Perçue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Allonger la vie de ses appareils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Plutôt que de céder à l'obsolescence programmée ou perçue, adopto…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Réparer plutôt que jeter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plus en plus de services et de tutoriels existent. Un petit co…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reconditionné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1668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98400" y="64224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" y="61955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Des ressources rares et précieuses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800" y="64476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Derrière chaque écran, chaque circuit imprimé, se cache un monde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Un cocktail de métaux stratégiques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Nos appareils dépendent de ressources comme le lithium (batteries…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Des conditions d'extraction alarmantes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800" y="74952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98400" y="77508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" y="75239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Le numérique responsable en entreprise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800" y="77760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Intégrer le numérique responsable au sein de votre organisation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Privilégiez les équipements reconditionnés ou conçus pour durer.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Charte numérique interne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2800" y="88236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98400" y="90792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6800" y="88523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Pour aller plus loin —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800" y="91044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Le numérique responsable, c'est l'affaire de tous. Chaque geste 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ADEME-Arcep, Évaluation de l'impact environnemental du numérique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GreenIT.fr, Benchmark Green IT 2024, Novembre 2024 — greenit.fr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Agence Internationale de l'Énergie (AIE), Electricity 2024 — iea.…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2800" y="10259999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2221200" y="10846799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792800" y="10324799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