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scolarité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suivre la scolarité de votre enfant, de gérer l'orientation et de communiquer avec l'école — directement depuis chez vous, sur ordinateur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textes en temps réel.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services scolaires numériques.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simplifient le quotidien des familles et améliorent le suivi scolaire.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 depuis le confort de votre foyer.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identifiants et retrouver l'accès à votre compte Educonnect en quelques minutes.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pour vous connecter.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8472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8472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268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9137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883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3116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sur ces plateformes. Voici les réflexes essentiels à adopter dès maintenant.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visible !)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3663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4024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Justifier une absence sur Pronote | 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une absence de votre enfant directement depuis l'application Pronote ou la version web.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rendez-vous sur le site web depuis votre navigateur.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calendrier officiel des moments cruciaux.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 informations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