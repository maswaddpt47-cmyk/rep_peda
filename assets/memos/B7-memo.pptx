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scolar…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que les outils numériques de scolar…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officielles et gratuites vous permettent de suivr…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Consulter les notes, absences, emploi du temps et cahier de texte…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Portail de connexion sécurisée qui donne accès à tous les service…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Pourquoi utiliser ces outils numériques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offrent des avantages significatifs qui simplifie…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Gain de temps précieux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toutes les informations nécessaires sans vous déplacer,…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Suivi en temps réel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Mot de passe oublié sur Educonnect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de panique ! Voici les étapes simples pour récupérer vos iden…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page de connexion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Rendez-vous sur le site officiel d'Educonnect et repérez le lien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« Mot de passe oublié ?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Justifier une absence sur Pronote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pas à pas vous montrera comment signaler et justifier un…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l'application ou le site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Lancez l'application mobile Pronote sur votre smartphone ou rende…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section "Absences"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Les dates clés de Parcoursup 2025 | 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scolar…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dates clés de Parcoursup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Anticipez chaque étape de l'orientation post-bac avec ce calendri…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Inscription et création du dossier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Mi-janvier à début mars : Création de votre dossier et saisie des…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Formulation des vœux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Points de vigilance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Quelques erreurs courantes peuvent compliquer votre expérience su…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BON RÉFLEXE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Partager ses identifiants Educonnect avec quelqu'un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Noter ses identifiants dans un endroit sûr (pas un post-it visibl…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