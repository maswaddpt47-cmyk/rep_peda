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Les Outils Numériques de Scolarité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que les outils numériques de scolarité ? | Pourquoi utiliser ces outils numériques ? | Mot de passe oublié sur Educonnect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que les outils numériques de scolarité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plateformes officielles et gratuites vous permettent de suivre la scolarité de votre enfant, de gérer l'orientation et de communiquer avec l'école — directement depuis chez vous, sur ordinateur ou smartphone.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Consulter les notes, absences, emploi du temps et cahier de textes en temps réel.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Portail de connexion sécurisée qui donne accès à tous les services scolaires numériques.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Pourquoi utiliser ces outils numériques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plateformes offrent des avantages significatifs qui simplifient le quotidien des familles et améliorent le suivi scolaire.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Gain de temps précieux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Accédez à toutes les informations nécessaires sans vous déplacer, depuis le confort de votre foyer.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Suivi en temps réel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Mot de passe oublié sur Educonnect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Pas de panique ! Voici les étapes simples pour récupérer vos identifiants et retrouver l'accès à votre compte Educonnect en quelques minutes.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à la page de connexion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Rendez-vous sur le site officiel d'Educonnect et repérez le lien pour vous connecter.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« Mot de passe oublié ? 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Justifier une absence sur Pronote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guide pas à pas vous montrera comment signaler et justifier une absence de votre enfant directement depuis l'application Pronote ou la version web.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l'application ou le site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Lancez l'application mobile Pronote sur votre smartphone ou rendez-vous sur le site web depuis votre navigateur.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à la section "Absences"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Les dates clés de Parcoursup 2025 | 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Les Outils Numériques de Scolarité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que les outils numériques de scolarité ? | Pourquoi utiliser ces outils numériques ? | Mot de passe oublié sur Educonnect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dates clés de Parcoursup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Anticipez chaque étape de l'orientation post-bac avec ce calendrier officiel des moments cruciaux.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Inscription et création du dossier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Mi-janvier à début mars : Création de votre dossier et saisie des informations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Formulation des vœux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Points de vigilance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Quelques erreurs courantes peuvent compliquer votre expérience sur ces plateformes. Voici les réflexes essentiels à adopter dès maintenant.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BON RÉFLEXE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Partager ses identifiants Educonnect avec quelqu'un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Noter ses identifiants dans un endroit sûr (pas un post-it visible !)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