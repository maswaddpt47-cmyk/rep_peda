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sur internet. Pas besoin d'être une cible de choix pour être touché — les attaques sont souvent automatisées et touchent tout le monde indifféremment.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 pour voler vos identifiants.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après chaque fuite de données.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868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22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512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paillasson. Pourtant, "123456" reste le mot de passe le plus utilisé en France. Voici comment construire une protection réelle.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passe de 12 caractères aléatoires prendrait des milliers d'années à craquer par force brute.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gestionnaires de mots de passe | L'authentification à deux facteurs (2FA) | 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par excellence. Disponible sur tous vos appareils.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confier leurs données au cloud. Très robuste.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payante mais complète, avec partage sécurisé.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les plus efficaces que vous puissiez prendre. Une seule "clé maître" à retenir, des dizaines de portes verrouillées.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8015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26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ce mot de passe est volé. Le 2FA ajoute un second verrou : même si quelqu'un connaît votre mot de passe, il ne peut pas entrer sans le second code.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3999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3999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821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435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— elles corrigent des failles de sécurité que les pirates exploitent activement. Reporter une mise à jour, c'est laisser une fenêtre ouverte.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régulièrement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risques de perdre vos données sont réels et variés. La règle du 3-2-1 est le standard recommandé par les experts en sécurité.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L'original ne suffit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560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98400" y="91116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6800" y="88847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800" y="91368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Supprimez ce que vous n'utilisez plus.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800" y="102924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221200" y="108792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792800" y="103572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