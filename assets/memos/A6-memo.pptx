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Sécuriser son environnement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 paysage des menaces numériques | Savoir reconnaître une tentative de phishing | Des mots de passe vraiment solides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 paysage des menaces numériques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jour, des millions de tentatives d'escroquerie circulent 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Faux e-mails ou SMS imitant votre banque, La Poste, ou les impôts…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Mots de passe volés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Des bases de données entières sont revendues sur le dark web aprè…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Savoir reconnaître une tentative de phishing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signaux d'alarme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Adresse e-mail de l'expéditeur bizarre ou mal orthographiée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Ton alarmiste : "Votre compte sera suspendu !"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Lien qui ne correspond pas au site officiel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Des mots de passe vraiment solides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mot de passe faible, c'est comme laisser la clé sous le pailla…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règle des 12 caractères minimum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Combinez majuscules, minuscules, chiffres et symboles. Un mot de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phrase de passe mémorisable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gestionnaires de mots de passe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Open source, gratuit, audité publiquement. Le choix des Commons p…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Stockage local uniquement, idéal pour ceux qui ne veulent pas con…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Interface très intuitive, idéale pour les familles. Solution paya…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Utiliser un gestionnaire de mots de passe est l'une des mesures l…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L'authentification à deux facteurs (2FA) | Protéger ses appareils | Sauvegarder ses données : la règle du 3-2-1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Sécuriser son environnement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 paysage des menaces numériques | Savoir reconnaître une tentative de phishing | Des mots de passe vraiment solides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L'authentification à deux facteurs (2FA)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Même avec un mot de passe fort, un compte peut être compromis si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Accès sécurisé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Recevoir le code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Saisir le mot de passe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Protéger ses appareils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mises à jour : ennuyeuses mais vitales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mises à jour ne servent pas qu'à ajouter des fonctionnalités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Système d'exploitation : Windows, macOS, Linux — mettez à jour ré…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Applications mobiles : activez les mises à jour automatiques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Sauvegarder ses données : la règle du 3-2-1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Ransomware, panne matérielle, vol d'ordinateur, inondation — les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3 Trois copies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Conservez toujours trois copies de vos données importantes. L'ori…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2 Deux supports différents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166800"/>
            <a:ext cx="6490800" cy="1263600"/>
          </a:xfrm>
          <a:prstGeom prst="rect">
            <a:avLst/>
          </a:prstGeom>
          <a:solidFill>
            <a:srgbClr val="FFFCE7"/>
          </a:solidFill>
          <a:ln w="8890">
            <a:solidFill>
              <a:srgbClr val="F8A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98400" y="6422400"/>
            <a:ext cx="6159600" cy="7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76800" y="6195599"/>
            <a:ext cx="6292800" cy="23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5D4037"/>
                </a:solidFill>
                <a:latin typeface="Arial"/>
              </a:rPr>
              <a:t>Numérique responsable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800" y="6447600"/>
            <a:ext cx="6292800" cy="94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Sécurité et sobriété numérique : deux alliés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La sécurité numérique et la sobriété vont de pair. Moins d'applic…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Faites le ménage dans vos 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Chaque app inutilisée est un potentiel vecteur d'attaque. Supprim…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