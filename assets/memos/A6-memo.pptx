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son environnement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paysage des menaces numériques | Savoir reconnaître une tentative de phishing | Des mots de passe vraiment solides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paysage des menaces numériques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jour, des millions de tentatives d'escroquerie circulent sur internet. Pas besoin d'être une cible de choix pour être touché — les attaques sont souvent automatisées et touchent tout le monde indifféremment.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e-mails ou SMS imitant votre banque, La Poste, ou les impôts pour voler vos identifiants.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Mots de passe volés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bases de données entières sont revendues sur le dark web après chaque fuite de données.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6504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Savoir reconnaître une tentative de phishing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41148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signaux d'alarme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Adresse e-mail de l'expéditeur bizarre ou mal orthographiée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Ton alarmiste : "Votre compte sera suspendu !"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Lien qui ne correspond pas au site officiel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50868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50868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508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15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5122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Des mots de passe vraiment solides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5512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mot de passe faible, c'est comme laisser la clé sous le paillasson. Pourtant, "123456" reste le mot de passe le plus utilisé en France. Voici comment construire une protection réelle.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règle des 12 caractères minimum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Combinez majuscules, minuscules, chiffres et symboles. Un mot de passe de 12 caractères aléatoires prendrait des milliers d'années à craquer par force brute.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phrase de passe mémorisable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Les gestionnaires de mots de passe | L'authentification à deux facteurs (2FA) | 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son environnement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paysage des menaces numériques | Savoir reconnaître une tentative de phishing | Des mots de passe vraiment solides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987199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987199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gestionnaires de mots de passe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48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Open source, gratuit, audité publiquement. Le choix des Commons par excellence. Disponible sur tous vos appareils.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Stockage local uniquement, idéal pour ceux qui ne veulent pas confier leurs données au cloud. Très robuste.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Interface très intuitive, idéale pour les familles. Solution payante mais complète, avec partage sécurisé.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Utiliser un gestionnaire de mots de passe est l'une des mesures les plus efficaces que vous puissiez prendre. Une seule "clé maître" à retenir, des dizaines de portes verrouillées.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801599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801599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4222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868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8375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L'authentification à deux facteurs (2FA)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42659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Même avec un mot de passe fort, un compte peut être compromis si ce mot de passe est volé. Le 2FA ajoute un second verrou : même si quelqu'un connaît votre mot de passe, il ne peut pas entrer sans le second code.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Accès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le code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Saisir le mot de passe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53999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53999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8211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466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5435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Protéger ses appareils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864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: ennuyeuses mais vitales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ne servent pas qu'à ajouter des fonctionnalités — elles corrigent des failles de sécurité que les pirates exploitent activement. Reporter une mise à jour, c'est laisser une fenêtre ouverte.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Système d'exploitation : Windows, macOS, Linux — mettez à jour régulièrement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mobiles : activez les mises à jour automatiques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998399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998399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7419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70649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7034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Sauvegarder ses données : la règle du 3-2-1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74628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Ransomware, panne matérielle, vol d'ordinateur, inondation — les risques de perdre vos données sont réels et variés. La règle du 3-2-1 est le standard recommandé par les experts en sécurité.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3 Trois copies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Conservez toujours trois copies de vos données importantes. L'original ne suffit pas.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2 Deux supports différents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88560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98400" y="91116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76800" y="8884799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Numérique responsable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800" y="91368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La sécurité numérique et la sobriété vont de pair. Moins d'applications installées, moins de comptes ouverts — c'est aussi moins de surface d'attaque et moins de données exposées.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Faites le ménage dans vos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Chaque app inutilisée est un potentiel vecteur d'attaque. Supprimez ce que vous n'utilisez plus.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2800" y="102924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2221200" y="108792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92800" y="103572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