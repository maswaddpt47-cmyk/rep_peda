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1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Maîtriser son CPF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BÉNÉFICIAIRES | DROITS &amp; SOLDE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DÉFINITION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CPF, c'est quoi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Compte Personnel de Formation est un droit universel attaché à la personne — et non au contrat de travail. Il vous accompagne tout au long de votre vie active.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compte sécurisé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Personnel et confidentiel, accessible en ligne à tout moment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2800" y="33480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BÉNÉFICIAIRES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200" y="38124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Qui peut en bénéficier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 est ouvert à tous les actifs, quel que soit leur statut. Une seule condition : être entré dans la vie professionnelle.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Salariés du privé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Temps plein ou partiel, CDI ou CDD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" y="4795200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32800" y="4795200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06000" y="521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2800" y="486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200" y="483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DROITS &amp; SOLDE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200" y="52596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qui se cache derrière votre solde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Crédit annuel pour un salarié à temps plein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Plafond standard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Montant maximum accumulable sur votre compte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800" y="62316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32800" y="62316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6000" y="665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2800" y="629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7200" y="6267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PLATEFORME OFFICIELLE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200" y="66959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point d'entrée unique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MonCompteFormation.gouv.fr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site officiel et sécurisé de l'État pour gérer l'intégralité de vos droits CPF. Accessible 24h/24, sur ordinateur, tablette ou smartphone.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solde en temps réel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800" y="77507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40799" y="77868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CATALOGUE DE FORMATIONS | INSCRIPTION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2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Maîtriser son CPF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BÉNÉFICIAIRES | DROITS &amp; SOLDE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CATALOGUE DE FORMATIONS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Quelles formations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CPF finance une large palette de formations certifiantes et qualifiantes, adaptées à tous les profils et tous les projets.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Diplômes &amp; certifications professionnelles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Titres, blocs de compétences reconnus RNCP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2800" y="31967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INSCRIPTION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200" y="36611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S'inscrire à une formation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Choisir la formation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Consultez les détails du programme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Paiement via CPF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