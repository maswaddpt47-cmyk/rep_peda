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quoi l'Intelligence Artificielle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L'IA, c'est la capacité d'une machine à imiter certaines fonction…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Pensez à un enfant qui apprend à reconnaître un chat en voyant be…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n'est pas magique : c'est un programme informatique, écrit p…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UN PEU D'HISTOIRE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la science-fiction à nos smartphones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terme « Intelligence Artificielle » est inventé aux États-Unis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Deep Blue bat le champion du monde d'échecs Garry Kasparov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le premier assistant vocal grand public, arrive sur iPhone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ça marche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repose sur un principe simple : apprendre à partir d'exemple…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Apprentissage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Plus on lui donne de données, plus elle devient précise. C'est po…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L'IA que vous utilisez déjà sans le savoir 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Messagerie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boîte mail trie automatiquement les spams grâce à l'IA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GPS &amp; Waze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L'itinéraire s'adapte en temps réel au trafic grâce à l'IA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ASSISTANTS VOCAUX | IA CONVERSATIONNELLE | L'IA dans la santé, les transports et les ser…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ASSISTANTS VOCAUX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Alexa, Google comment leur parler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assistants comprennent votre voix et répondent à vos question…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Exemples de commandes utiles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« Quel temps fait-il à Agen demain ? »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IA CONVERSATIONNELLE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ChatGPT : à quoi ça sert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lettre, un email, un courrier administratif en quelques secon…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Expliquer une facture, un contrat ou une démarche complexe simple…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L'IA dans la santé, les transports et les ser…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exemples proches de 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Lot-et-Garonne comme partout en France, l'IA commence à simpli…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chatbots de la CAF ou des impôts répondent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radars intelligents analysent le trafic en temps réel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