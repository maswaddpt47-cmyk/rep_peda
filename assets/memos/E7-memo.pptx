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L'Intelligence Artificielle pour tous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UN PEU D'HISTOIRE | Comment ça marche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9871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9871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DÉFINITION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48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C'est quoi l'Intelligence Artificielle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L'IA, c'est la capacité d'une machine à imiter certaines fonctions humaines : comprendre le langage, reconnaître des images, prendre des décisions ou apprendre de ses erreurs.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Pensez à un enfant qui apprend à reconnaître un chat en voyant beaucoup de photos. L'IA fait pareil, mais avec des millions d'exemples et en quelques secondes.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L'IA n'est pas magique : c'est un programme informatique, écrit par des humains, qui suit des règles très précises.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8015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8015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222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868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8375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UN PEU D'HISTOIRE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2659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 la science-fiction à nos smartphones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terme « Intelligence Artificielle » est inventé aux États-Unis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Deep Blue bat le champion du monde d'échecs Garry Kasparov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Siri, le premier assistant vocal grand public, arrive sur iPhone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2380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2380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65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30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2739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Comment ça marche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7023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L'IA repose sur un principe simple : apprendre à partir d'exemples, comme nous le faisons, mais à une échelle colossale.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Apprentissage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Plus on lui donne de données, plus elle devient précise. C'est pour cela qu'elle s'améliore constamment avec le temps.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6852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6852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10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75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72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L'IA que vous utilisez déjà sans le savoir 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1496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Messagerie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boîte mail trie automatiquement les spams grâce à l'IA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GPS &amp; Waze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L'itinéraire s'adapte en temps réel au trafic grâce à l'IA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1935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2296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ASSISTANTS VOCAUX | IA CONVERSATIONNELLE | L'IA dans la santé, les transports et les services publics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L'Intelligence Artificielle pour tous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UN PEU D'HISTOIRE | Comment ça marche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ASSISTANTS VOCAUX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Siri, Alexa, Google comment leur parler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Ces assistants comprennent votre voix et répondent à vos questions à voix haute. Ils sont conçus pour être simples, même pour les débutants.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Exemples de commandes utiles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« Quel temps fait-il à Agen demain ? »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967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IA CONVERSATIONNELLE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611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ChatGPT : à quoi ça sert concrètement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lettre, un email, un courrier administratif en quelques secondes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Comprendre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Expliquer une facture, un contrat ou une démarche complexe simplement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6332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6332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054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699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669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L'IA dans la santé, les transports et les services publics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0975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Des exemples proches de vous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En Lot-et-Garonne comme partout en France, l'IA commence à simplifier les démarches du quotidien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chatbots de la CAF ou des impôts répondent 24h/24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radars intelligents analysent le trafic en temps réel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