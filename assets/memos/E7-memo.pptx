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L'Intelligence Artificielle pour tous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UN PEU D'HISTOIRE | Comment ça marche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DÉFINITION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C'est quoi l'Intelligence Artificielle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L'IA, c'est la capacité d'une machine à imiter certaines fonction…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Pensez à un enfant qui apprend à reconnaître un chat en voyant be…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 n'est pas magique : c'est un programme informatique, écrit p…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UN PEU D'HISTOIRE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 la science-fiction à nos smartphones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 terme « Intelligence Artificielle » est inventé aux États-Unis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Deep Blue bat le champion du monde d'échecs Garry Kasparov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Siri, le premier assistant vocal grand public, arrive sur iPhone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Comment ça marche 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L'IA repose sur un principe simple : apprendre à partir d'exemple…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Apprentissage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Plus on lui donne de données, plus elle devient précise. C'est po…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6058799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532800" y="6058799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1206000" y="64800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532800" y="6125399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7200" y="60948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L'IA que vous utilisez déjà sans le savoir !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59200" y="65232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Messagerie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Votre boîte mail trie automatiquement les spams grâce à l'IA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GPS &amp; Waze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L'itinéraire s'adapte en temps réel au trafic grâce à l'IA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2800" y="7639200"/>
            <a:ext cx="6490800" cy="658800"/>
          </a:xfrm>
          <a:prstGeom prst="rect">
            <a:avLst/>
          </a:prstGeom>
          <a:solidFill>
            <a:srgbClr val="EFF7FF"/>
          </a:solidFill>
          <a:ln w="635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540799" y="7675200"/>
            <a:ext cx="5410800" cy="604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50" b="1" i="0">
                <a:solidFill>
                  <a:srgbClr val="4388BC"/>
                </a:solidFill>
                <a:latin typeface="Arial"/>
              </a:rPr>
              <a:t>→ Suite en page 2 : ASSISTANTS VOCAUX | IA CONVERSATIONNELLE | L'IA dans la santé, les transports et les ser…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6E6E6D"/>
                </a:solidFill>
                <a:latin typeface="Arial"/>
              </a:rPr>
              <a:t>Votre Conseiller Numérique : 05 53 47 31 32  ·  conseiller-numerique@lotetgaronne.fr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1/2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32800" y="1180800"/>
            <a:ext cx="6490800" cy="511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800" b="1" i="0">
                <a:solidFill>
                  <a:srgbClr val="4388BC"/>
                </a:solidFill>
                <a:latin typeface="Arial"/>
              </a:rPr>
              <a:t>Mon mémo — L'Intelligence Artificielle pour tous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DÉFINITION | UN PEU D'HISTOIRE | Comment ça marche ?</a:t>
            </a:r>
          </a:p>
        </p:txBody>
      </p:sp>
      <p:sp>
        <p:nvSpPr>
          <p:cNvPr id="3" name="Rectangle 2"/>
          <p:cNvSpPr/>
          <p:nvPr/>
        </p:nvSpPr>
        <p:spPr>
          <a:xfrm>
            <a:off x="532800" y="17496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532800" y="17496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Rectangle 4"/>
          <p:cNvSpPr/>
          <p:nvPr/>
        </p:nvSpPr>
        <p:spPr>
          <a:xfrm>
            <a:off x="1206000" y="21708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32800" y="18162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77200" y="17856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ASSISTANTS VOCAUX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9200" y="22140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Siri, Alexa, Google comment leur parler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Ces assistants comprennent votre voix et répondent à vos question…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Exemples de commandes utiles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« Quel temps fait-il à Agen demain ? »</a:t>
            </a:r>
          </a:p>
        </p:txBody>
      </p:sp>
      <p:sp>
        <p:nvSpPr>
          <p:cNvPr id="9" name="Rectangle 8"/>
          <p:cNvSpPr/>
          <p:nvPr/>
        </p:nvSpPr>
        <p:spPr>
          <a:xfrm>
            <a:off x="532800" y="3186000"/>
            <a:ext cx="6490800" cy="1371600"/>
          </a:xfrm>
          <a:prstGeom prst="rect">
            <a:avLst/>
          </a:prstGeom>
          <a:solidFill>
            <a:srgbClr val="EBF7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32800" y="3186000"/>
            <a:ext cx="572400" cy="13716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1206000" y="36072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532800" y="32526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7200" y="3221999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IA CONVERSATIONNELLE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59200" y="3650399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ChatGPT : à quoi ça sert concrètement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Une lettre, un email, un courrier administratif en quelques secon…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Comprendre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Expliquer une facture, un contrat ou une démarche complexe simple…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32800" y="4622400"/>
            <a:ext cx="6490800" cy="1371600"/>
          </a:xfrm>
          <a:prstGeom prst="rect">
            <a:avLst/>
          </a:prstGeom>
          <a:solidFill>
            <a:srgbClr val="ECF5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32800" y="4622400"/>
            <a:ext cx="572400" cy="13716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1206000" y="5043600"/>
            <a:ext cx="5752800" cy="7200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32800" y="4689000"/>
            <a:ext cx="572400" cy="28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2200" b="1" i="0">
                <a:solidFill>
                  <a:srgbClr val="FFFFFF"/>
                </a:solidFill>
                <a:latin typeface="Arial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7200" y="4658400"/>
            <a:ext cx="5810400" cy="3707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4388BC"/>
                </a:solidFill>
                <a:latin typeface="Arial"/>
              </a:rPr>
              <a:t>L'IA dans la santé, les transports et les ser…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9200" y="5086800"/>
            <a:ext cx="5828400" cy="8856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Des exemples proches de vous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En Lot-et-Garonne comme partout en France, l'IA commence à simpli…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chatbots de la CAF ou des impôts répondent 24h/24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2B2B2B"/>
                </a:solidFill>
                <a:latin typeface="Arial"/>
              </a:rPr>
              <a:t>→ Les radars intelligents analysent le trafic en temps réel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2800" y="8892000"/>
            <a:ext cx="6490800" cy="1512000"/>
          </a:xfrm>
          <a:prstGeom prst="rect">
            <a:avLst/>
          </a:prstGeom>
          <a:solidFill>
            <a:srgbClr val="EBF5FF"/>
          </a:solidFill>
          <a:ln w="1016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2221200" y="9478800"/>
            <a:ext cx="3110400" cy="72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792800" y="8956800"/>
            <a:ext cx="4140000" cy="1404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300" b="1" i="0">
                <a:solidFill>
                  <a:srgbClr val="4388BC"/>
                </a:solidFill>
                <a:latin typeface="Arial"/>
              </a:rPr>
              <a:t>Besoin d'aide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1" i="0">
                <a:solidFill>
                  <a:srgbClr val="187C88"/>
                </a:solidFill>
                <a:latin typeface="Arial"/>
              </a:rPr>
              <a:t>Votre Conseiller Numérique est là pour vous accompagner !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100" b="0" i="0">
                <a:solidFill>
                  <a:srgbClr val="2B2B2B"/>
                </a:solidFill>
                <a:latin typeface="Arial"/>
              </a:rPr>
              <a:t>conseiller-numerique@lotetgaronne.fr  ·  Tél : 05 53 47 31 32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1000" b="0" i="0">
                <a:solidFill>
                  <a:srgbClr val="6E6E6D"/>
                </a:solidFill>
                <a:latin typeface="Arial"/>
              </a:rPr>
              <a:t>www.lotetgaronne.fr/inclusion-numerique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0" i="0">
                <a:solidFill>
                  <a:srgbClr val="6E6E6D"/>
                </a:solidFill>
                <a:latin typeface="Arial"/>
              </a:rPr>
              <a:t>Direction des Systèmes d'Information — Service Inclusion Numérique — CD47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83200" y="9925200"/>
            <a:ext cx="2797200" cy="180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v1.0 – 2025 – CD47 Service Inclusion Numérique  |  Page 2/2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