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Gérer son budget à l'ère numérique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Pourquoi suivre son budget ? | Tour d'horizon des applications de budget | Applications gratuites vs. payantes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Pourquoi suivre son budget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Beaucoup d'entre nous finissent le mois en se demandant où est pa…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Reprendre le contrôle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Savoir exactement ce que l'on gagne, ce que l'on dépense, et ce q…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Anticiper les imprévus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Tour d'horizon des applications de budget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Il existe aujourd'hui des dizaines d'applications pour gérer ses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L'application française de référence. Elle se connecte à vos comp…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Très populaire et intuitive, Bankin' agrège tous vos comptes en u…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Solution complète avec tableaux de bord personnalisables. Parfait…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Applications gratuites vs. payantes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Pas besoin de dépenser de l'argent pour gérer son argent ! La plu…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Version gratuite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Suffisante pour la grande majorité des utilisateurs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Connexion à 1 ou 2 banques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0587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0587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48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1253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09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Astuces pour optimiser son budget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5232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Au-delà des applications, quelques méthodes éprouvées permettent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règle 50/30/20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50 % pour les besoins essentiels (loyer, courses, factures), 30 %…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méthode des enveloppes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Bons plans &amp; outils pour dépenser moins | Sécurité &amp; confidentialité : ce qu'il faut sa… | Vous êtes prête à vous lancer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Gérer son budget à l'ère numérique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Pourquoi suivre son budget ? | Tour d'horizon des applications de budget | Applications gratuites vs. payantes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Bons plans &amp; outils pour dépenser moins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gestion de budget ne se limite pas au suivi des dépenses. Il e…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Applications de cashback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Lydia, Joko, iGraal — Ces apps vous remboursent un pourcentage de…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Comparateurs de prix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Sécurité &amp; confidentialité : ce qu'il faut sa…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principale réticence à utiliser ces outils est souvent la ques…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 qui est sécurisé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Connexion via norme DSP2 (obligation européenne)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Chiffrement des données bancaires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Vous êtes prête à vous lancer 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gestion de budget numérique n'est pas réservée aux experts en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Cette semaine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Téléchargez Linxo ou Bankin' (gratuit) et connectez votre compte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 mois-ci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