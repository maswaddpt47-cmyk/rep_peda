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Créer et gérer votre Espace Personnel sur Mon Espace Santé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Introduction | Pourquoi s'inscrire ? | Avant de commencer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Mon Espace Santé : c'est quoi exactement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Mon Espace Santé est le service numérique officiel de l'Assurance…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Vos documents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Ordonnances, résultats d'analyses, comptes-rendus médicaux — tout…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Pourquoi s'inscrire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bénéfices concrets au quotidien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Finies les recherches de papiers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Vos ordonnances, résultats et comptes-rendus sont stockés numériq…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meilleur suivi médical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Avant de commencer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dont vous avez besoin pour vous inscrire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numéro de Sécurité Sociale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numéro à 15 chiffres figurant sur votre carte Vitale ou votre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adresse e-mail valide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Connexion sécurisée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Se connecter à Mon Espace Santé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fois votre compte créé, vous pouvez vous connecter de deux fa…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Via votre compte Ameli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Utilisez vos identifiants habituels Ameli (numéro de Sécurité Soc…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Personnalisation | Vos documents | Partage &amp; Confidentialité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Créer et gérer votre Espace Personnel sur Mon Espace Santé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Introduction | Pourquoi s'inscrire ? | Avant de commencer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Personnalisation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Compléter votre profil de santé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Informations personnelles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Vérifiez que vos coordonnées sont à jour : adresse, téléphone, mé…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Antécédents médicaux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Vos documents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Quels documents ajouter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Ordonnances médicales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Résultats d'analyses sanguines ou urinaires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Comptes-rendus d'imagerie (radio, scanner, IRM)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Partage &amp; Confidentialité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Gérer les accès à votre espace santé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Vous restez maître de vos données à tout moment. Mon Espace Santé…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Accès ouvert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Autorisez vos médecins et pharmaciens à consulter votre dossier l…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