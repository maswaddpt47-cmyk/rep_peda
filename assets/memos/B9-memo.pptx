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Quel moyen de paiement choisir ? | 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Quel moyen de paiement choisir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Point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Recommandé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possible (chargeback), 3D Secure activé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droits après l'achat en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Droit de rétractation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14 jours pour changer d'avis sans justification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Retour aux frais du vendeur si prévu dans les CGV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sous 14 jours après retour du produit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