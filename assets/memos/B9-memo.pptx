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ses achats en ligne et éviter les arnaques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Les achats en ligne : qu'est-ce que c'est ? | Les arnaques les plus fréquentes | Comment repérer un faux site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achats en ligne : qu'est-ce que c'est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Acheter sur internet, c'est commander un produit ou service via un site web et le recevoir chez soi — souvent en quelques jours.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Disponible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Commandez à n'importe quelle heure, sans vous déplacer.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Livraison à domicile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967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arnaques les plus fréquentes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611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Phishing / Hameçonnage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email ou SMS imitant votre banque, La Poste, Ameli pour voler vos identifiants ou numéro de carte bancaire.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Faux site marchand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Copie d'un vrai site (ex : "amaz0n.fr") conçue pour prendre votre commande et votre argent sans rien livrer.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795199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795199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216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86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831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repérer un faux site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2595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Adresse suspecte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"amaz-on-fr.shop" ou "fnac-promo99.net" — méfiance absolue.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Fautes d'orthographe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2316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2316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652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2981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267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Identifier un site fiable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6959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Cherchez les mentions légales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Nom ou raison sociale de l'entreprise obligatoires — en bas de page d'accueil.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Vérifiez le numéro SIRET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Toute entreprise française doit en avoir un. Contrôlez-le sur societe.com.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7399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775999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Comment bien lire les avis clients ? | Payer en toute sécurité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Sécuriser ses achats en ligne et éviter les arnaques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Les achats en ligne : qu'est-ce que c'est ? | Les arnaques les plus fréquentes | Comment repérer un faux site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bien lire les avis clients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avis clients sont précieux — mais certains sont faux. Voici comment les décrypter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Cherchez sur des sites indépendants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Trustpilot, Google ou Avis Vérifiés — jamais uniquement sur le site marchand lui-même.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Lisez aussi les avis négatifs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Payer en toute sécurité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Carte bancaire ou PayPal uniquement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Jamais de virement bancaire ni de mandat cash — argent irrécupérable en cas de fraude.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https + cadenas sur la page de paiement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Vérifiez-les à nouveau sur la page où vous saisissez vos coordonnées bancaires.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