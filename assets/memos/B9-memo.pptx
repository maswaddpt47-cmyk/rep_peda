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un site web et le recevoir chez soi — souvent en quelques jours.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voler vos identifiants ou numéro de carte bancaire.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 commande et votre argent sans rien livrer.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1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231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69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comment les décrypter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site marchand lui-même.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