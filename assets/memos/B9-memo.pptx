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achats en ligne : qu'est-ce que c'est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sur internet, c'est commander un produit ou service via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Commandez à n'importe quelle heure, sans vous déplacer.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Livraison à domicile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arnaques les plus fréquentes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Phishing / Hameçonnage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email ou SMS imitant votre banque, La Poste, Ameli pour vole…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site marchand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Copie d'un vrai site (ex : "amaz0n.fr") conçue pour prendre votre…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repérer un faux site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suspecte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"amaz-on-fr.shop" ou "fnac-promo99.net" — méfiance absolue.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Fautes d'orthographe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bien lire les avis clients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avis clients sont précieux — mais certains sont faux. Voici 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sur des sites indépendants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Trustpilot, Google ou Avis Vérifiés — jamais uniquement sur le si…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Lisez aussi les avis négatifs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Quel moyen de paiement choisir ? | 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Quel moyen de paiement choisir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Point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Carte bancaire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Recommandé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possible (chargeback), 3D Secure activé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Mes droits après l'achat en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Droit de rétractation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14 jours pour changer d'avis sans justification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Retour aux frais du vendeur si prévu dans les CGV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sous 14 jours après retour du produit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