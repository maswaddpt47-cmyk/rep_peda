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Sécuriser ses achats en ligne et éviter les arnaques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Les achats en ligne : qu'est-ce que c'est ? | Les arnaques les plus fréquentes | Comment repérer un faux site 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3824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382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Les achats en ligne : qu'est-ce que c'est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Acheter sur internet, c'est commander un produit ou service via un site web et le recevoir chez soi — souvent en quelques jours.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Disponible 24h/24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Commandez à n'importe quelle heure, sans vous déplacer.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Livraison à domicile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196799"/>
            <a:ext cx="6490800" cy="1533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196799"/>
            <a:ext cx="572400" cy="1533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6179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2634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2327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Les arnaques les plus fréquentes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661199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Phishing / Hameçonnage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Faux email ou SMS imitant votre banque, La Poste, Ameli pour voler vos identifiants ou numéro de carte bancaire.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Faux site marchand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Copie d'un vrai site (ex : "amaz0n.fr") conçue pour prendre votre commande et votre argent sans rien livrer.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4795199"/>
            <a:ext cx="6490800" cy="1371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4795199"/>
            <a:ext cx="572400" cy="1371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2163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48618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48311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Comment repérer un faux site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259599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Signaux d'alerte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Adresse suspecte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"amaz-on-fr.shop" ou "fnac-promo99.net" — méfiance absolue.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Fautes d'orthographe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6231600"/>
            <a:ext cx="6490800" cy="1371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32800" y="6231600"/>
            <a:ext cx="572400" cy="1371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206000" y="66527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2800" y="6298199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200" y="6267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Identifier un site fiable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200" y="6695999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Cherchez les mentions légales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Nom ou raison sociale de l'entreprise obligatoires — en bas de page d'accueil.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Vérifiez le numéro SIRET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Toute entreprise française doit en avoir un. Contrôlez-le sur societe.com.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00" y="7739999"/>
            <a:ext cx="6490800" cy="658800"/>
          </a:xfrm>
          <a:prstGeom prst="rect">
            <a:avLst/>
          </a:prstGeom>
          <a:solidFill>
            <a:srgbClr val="EFF7FF"/>
          </a:solidFill>
          <a:ln w="635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540799" y="7775999"/>
            <a:ext cx="5410800" cy="604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388BC"/>
                </a:solidFill>
                <a:latin typeface="Arial"/>
              </a:rPr>
              <a:t>→ Suite en page 2 : Comment bien lire les avis clients ? | Payer en toute sécurité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E6E6D"/>
                </a:solidFill>
                <a:latin typeface="Arial"/>
              </a:rPr>
              <a:t>Votre Conseiller Numérique : 05 53 47 31 32  ·  conseiller-numerique@lotetgaronne.fr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Sécuriser ses achats en ligne et éviter les arnaques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Les achats en ligne : qu'est-ce que c'est ? | Les arnaques les plus fréquentes | Comment repérer un faux site 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533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533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Comment bien lire les avis clients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avis clients sont précieux — mais certains sont faux. Voici comment les décrypter 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Cherchez sur des sites indépendants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Trustpilot, Google ou Avis Vérifiés — jamais uniquement sur le site marchand lui-même.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Lisez aussi les avis négatifs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348000"/>
            <a:ext cx="6490800" cy="1533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348000"/>
            <a:ext cx="572400" cy="1533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7692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4146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3840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Payer en toute sécurité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8124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Carte bancaire ou PayPal uniquement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Jamais de virement bancaire ni de mandat cash — argent irrécupérable en cas de fraude.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https + cadenas sur la page de paiement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Vérifiez-les à nouveau sur la page où vous saisissez vos coordonnées bancaires.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8892000"/>
            <a:ext cx="6490800" cy="1512000"/>
          </a:xfrm>
          <a:prstGeom prst="rect">
            <a:avLst/>
          </a:prstGeom>
          <a:solidFill>
            <a:srgbClr val="EBF5FF"/>
          </a:solidFill>
          <a:ln w="1016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221200" y="9478800"/>
            <a:ext cx="3110400" cy="72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792800" y="8956800"/>
            <a:ext cx="4140000" cy="140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388BC"/>
                </a:solidFill>
                <a:latin typeface="Arial"/>
              </a:rPr>
              <a:t>Besoin d'aide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Votre Conseiller Numérique est là pour vous accompagner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conseiller-numerique@lotetgaronne.fr  ·  Tél : 05 53 47 31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www.lotetgaronne.fr/inclusion-numerique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E6E6D"/>
                </a:solidFill>
                <a:latin typeface="Arial"/>
              </a:rPr>
              <a:t>Direction des Systèmes d'Information — Service Inclusion Numérique — CD47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