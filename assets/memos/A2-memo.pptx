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la tablette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C'est quoi, une tablette ? | Comment tenir sa tablette ? | Les gestes de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C'est quoi, une tablette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tablette, c'est un ordinateur grand comme une feuille A4 — sans clavier fixe. On la commande directement avec les doigts sur l'écran. La vôtre fonctionne avec Android, le système de Google.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APPLICATIONS VIA GOOGLE PLAY STORE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Photos &amp; vidéos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Prendre, regarder, partager ses souvenirs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Comment tenir sa tablette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bonnes postures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À deux mains — la position la plus stable, idéale pour débuter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Posée sur une table — pratique pour lire ou regarder une vidéo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Avec une coque support — elle se tient toute seule 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7844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7844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205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851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820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Les gestes de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248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tablette se pilote avec les doigts. Voici les 4 gestes incontournables à connaître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Toucher (tapoter)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Appuyez une fois du bout du doigt pour ouvrir une application ou sélectionner quelque chose. C'est l'équivalent du clic de souris.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Glisser (faire défiler)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3828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3828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803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449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418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L'écran d'accueil Android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68472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que vous voyez en premier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icônes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petite image représente une application. Tapotez dessus pour l'ouvrir. Vous pouvez les déplacer ou les organiser à votre guise.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barre de navigation du bas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7902000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79380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Allumer, éteindre, recharger | Se connecter à Internet (Wi-Fi)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Prendre en main la tablette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C'est quoi, une tablette ? | Comment tenir sa tablette ? | Les gestes de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Allumer, éteindre, recharger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Branchez le câble USB-C en bas de la tablette. Un éclair  apparaît en haut de l'écran quand elle charge.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Appuyez et maintenez le bouton latéral jusqu'à voir un menu, puis tapotez « Éteindre ».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Appuyez sur le bouton latéral (côté droit de la tablette) jusqu'à ce que l'écran s'allume.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batterie est l'élément le plus important à surveiller. Une tablette chargée à fond dure en général entre 8 et 12 heures d'utilisation.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6504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6504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07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71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68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Se connecter à Internet (Wi-Fi)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114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tablette se connecte à Internet via le Wi-Fi — le réseau sans fil de votre domicile ou d'un lieu public. Sans connexion, de nombreuses applications ne fonctionnent pas.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Ouvrir les Paramètres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L'icône en forme d'engrenage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Appuyer sur « Réseau et Internet » puis « Wi-Fi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