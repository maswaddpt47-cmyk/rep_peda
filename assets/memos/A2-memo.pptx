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la tablette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quoi, une tablette ? | Comment tenir sa tablette ? | Les gestes de 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C'est quoi, une tablette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tablette, c'est un ordinateur grand comme une feuille A4 — sa…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APPLICATIONS VIA GOOGLE PLAY STORE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Photos &amp; vidéos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Prendre, regarder, partager ses souvenirs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Comment tenir sa tablette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bonnes postures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À deux mains — la position la plus stable, idéale pour débuter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Posée sur une table — pratique pour lire ou regarder une vidéo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Avec une coque support — elle se tient toute seule 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gestes de 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tablette se pilote avec les doigts. Voici les 4 gestes inconto…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Toucher (tapoter)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une fois du bout du doigt pour ouvrir une application ou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Glisser (faire défiler)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L'écran d'accueil Android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que vous voyez en premier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icônes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petite image représente une application. Tapotez dessus po…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barre de navigation du bas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Allumer, éteindre, recharger | Se connecter à Internet (Wi-Fi)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la tablette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quoi, une tablette ? | Comment tenir sa tablette ? | Les gestes de 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Allumer, éteindre, recharger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Branchez le câble USB-C en bas de la tablette. Un éclair  apparaî…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et maintenez le bouton latéral jusqu'à voir un menu, puis…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sur le bouton latéral (côté droit de la tablette) jusqu'à…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batterie est l'élément le plus important à surveiller. Une tab…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Se connecter à Internet (Wi-Fi)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tablette se connecte à Internet via le Wi-Fi — le réseau sans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les Paramètres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L'icône en forme d'engrenage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Appuyer sur « Réseau et Internet » puis « Wi-Fi 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