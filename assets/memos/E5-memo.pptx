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5h30_x000B_Par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57%_x000B_Consultent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libérations de dopamine — le neurotransmetteur du plaisir. Chaque notification, like ou nouvelle vidéo crée une boucle de renforcement positif qui pousse à revenir encore et encore.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neurobiologie, exploitée sciemment par des équipes d'ingénieurs.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86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2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5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de 1 à 3 heures. Un manque de sommeil chronique affecte la concentration, l'humeur et les apprentissages.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5 — Prévention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d'identifier les signaux d'alerte qui indiquent que l'équilibre est rompu. Voici les indicateurs les plus fiables à observer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retire l'accès aux écrans, même temporairement ? C'est un signe fort de dépendance naissante.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