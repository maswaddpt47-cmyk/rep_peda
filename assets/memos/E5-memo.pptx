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2800" y="1180800"/>
            <a:ext cx="6490800" cy="51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4388BC"/>
                </a:solidFill>
                <a:latin typeface="Arial"/>
              </a:rPr>
              <a:t>Mon mémo — Écrans et Jeunesse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Chapitre 1 — État des lieux | Chapitre 2 — Comprendre les mécanismes | Chapitre 3 — Les risques réels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2800" y="1749600"/>
            <a:ext cx="6490800" cy="13716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2800" y="1749600"/>
            <a:ext cx="572400" cy="13716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206000" y="21708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2800" y="18162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7200" y="17856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Chapitre 1 — État des lieux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9200" y="2214000"/>
            <a:ext cx="5828400" cy="87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Les jeunes et les écrans : les chiffres qui interpellent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Par jour en moyenne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Temps passé sur les écrans par un adolescent français (hors école)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Consultent leur téléphone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800" y="3186000"/>
            <a:ext cx="6490800" cy="1835999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32800" y="3186000"/>
            <a:ext cx="572400" cy="1835999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206000" y="36072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32800" y="32526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7200" y="3221999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Chapitre 2 — Comprendre les mécanismes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9200" y="3650399"/>
            <a:ext cx="5828400" cy="13355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Pourquoi les écrans sont-ils si difficiles à quitter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La mécanique de la récompense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Les plateformes numériques sont conçues pour déclencher des libérations de dopamine — le neurotransmetteur du plaisir. Chaque notification, like ou nouvelle vidéo crée une boucle de renforcement positif qui pousse à revenir encore et encore.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Ce n'est pas une faiblesse de caractère : c'est de la neurobiologie, exploitée sciemment par des équipes d'ingénieurs.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2800" y="5086800"/>
            <a:ext cx="6490800" cy="15336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32800" y="5086800"/>
            <a:ext cx="572400" cy="15336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206000" y="55080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2800" y="51534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7200" y="5122799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Chapitre 3 — Les risques réels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9200" y="5551199"/>
            <a:ext cx="5828400" cy="10331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Quels impacts sur la santé des jeunes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Sommeil perturbé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La lumière bleue des écrans retarde la production de mélatonine de 1 à 3 heures. Un manque de sommeil chronique affecte la concentration, l'humeur et les apprentissages.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Anxiété et estime de soi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2800" y="6685200"/>
            <a:ext cx="6490800" cy="13716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32800" y="6685200"/>
            <a:ext cx="572400" cy="13716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206000" y="71064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32800" y="67518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7200" y="67212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Chapitre 5 — Prévention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9200" y="7149600"/>
            <a:ext cx="5828400" cy="87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Les stratégies qui fonctionnent vraiment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Structurer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Créer zones et horaires sans écran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Proposer alternatives attrayantes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2800" y="8193599"/>
            <a:ext cx="6490800" cy="658800"/>
          </a:xfrm>
          <a:prstGeom prst="rect">
            <a:avLst/>
          </a:prstGeom>
          <a:solidFill>
            <a:srgbClr val="EFF7FF"/>
          </a:solidFill>
          <a:ln w="635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540799" y="8229600"/>
            <a:ext cx="5410800" cy="6048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4388BC"/>
                </a:solidFill>
                <a:latin typeface="Arial"/>
              </a:rPr>
              <a:t>→ Suite en page 2 : Chapitre 4 — Signaux d'alerte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E6E6D"/>
                </a:solidFill>
                <a:latin typeface="Arial"/>
              </a:rPr>
              <a:t>Votre Conseiller Numérique : 05 53 47 31 32  ·  conseiller-numerique@lotetgaronne.fr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83200" y="9925200"/>
            <a:ext cx="2797200" cy="180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v1.0 – 2025 – CD47 Service Inclusion Numérique  |  Page 1/2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2800" y="1180800"/>
            <a:ext cx="6490800" cy="51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4388BC"/>
                </a:solidFill>
                <a:latin typeface="Arial"/>
              </a:rPr>
              <a:t>Mon mémo — Écrans et Jeunesse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Chapitre 1 — État des lieux | Chapitre 2 — Comprendre les mécanismes | Chapitre 3 — Les risques réels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2800" y="1749600"/>
            <a:ext cx="6490800" cy="1835999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2800" y="1749600"/>
            <a:ext cx="572400" cy="1835999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206000" y="21708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2800" y="18162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7200" y="17856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Chapitre 4 — Signaux d'alerte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9200" y="2214000"/>
            <a:ext cx="5828400" cy="13355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Comment reconnaître une consommation problématique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Il ne s'agit pas de diaboliser tout usage numérique, mais d'identifier les signaux d'alerte qui indiquent que l'équilibre est rompu. Voici les indicateurs les plus fiables à observer au quotidien.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Irritabilité lors des coupures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Votre enfant réagit avec colère ou anxiété intense lorsqu'on lui retire l'accès aux écrans, même temporairement ? C'est un signe fort de dépendance naissante.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800" y="8892000"/>
            <a:ext cx="6490800" cy="1512000"/>
          </a:xfrm>
          <a:prstGeom prst="rect">
            <a:avLst/>
          </a:prstGeom>
          <a:solidFill>
            <a:srgbClr val="EBF5FF"/>
          </a:solidFill>
          <a:ln w="1016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2221200" y="9478800"/>
            <a:ext cx="3110400" cy="72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792800" y="8956800"/>
            <a:ext cx="4140000" cy="1404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4388BC"/>
                </a:solidFill>
                <a:latin typeface="Arial"/>
              </a:rPr>
              <a:t>Besoin d'aide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Votre Conseiller Numérique est là pour vous accompagner !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conseiller-numerique@lotetgaronne.fr  ·  Tél : 05 53 47 31 32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www.lotetgaronne.fr/inclusion-numerique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E6E6D"/>
                </a:solidFill>
                <a:latin typeface="Arial"/>
              </a:rPr>
              <a:t>Direction des Systèmes d'Information — Service Inclusion Numérique — CD47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3200" y="9925200"/>
            <a:ext cx="2797200" cy="180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v1.0 – 2025 – CD47 Service Inclusion Numérique  |  Page 2/2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