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Écrans et Jeunesse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Chapitre 1 — État des lieux | Chapitre 2 — Comprendre les mécanismes | Chapitre 3 — Les risques réels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Chapitre 1 — État des lieux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jeunes et les écrans : les chiffres qui interpellent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Par jour en moyenne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Temps passé sur les écrans par un adolescent français (hors école…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Consultent leur téléphone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Chapitre 2 — Comprendre les mécanismes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Pourquoi les écrans sont-ils si difficiles à quitter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mécanique de la récompense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plateformes numériques sont conçues pour déclencher des libér…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n'est pas une faiblesse de caractère : c'est de la neurobiolog…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Chapitre 3 — Les risques réels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Quels impacts sur la santé des jeunes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Sommeil perturbé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lumière bleue des écrans retarde la production de mélatonine d…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Anxiété et estime de soi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Chapitre 4 — Signaux d'alerte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Comment reconnaître une consommation problématique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Il ne s'agit pas de diaboliser tout usage numérique, mais d'ident…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Irritabilité lors des coupures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enfant réagit avec colère ou anxiété intense lorsqu'on lui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Chapitre 5 — Prévention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Écrans et Jeunesse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Chapitre 1 — État des lieux | Chapitre 2 — Comprendre les mécanismes | Chapitre 3 — Les risques réels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Chapitre 5 — Prévention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stratégies qui fonctionnent vraiment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Structurer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zones et horaires sans écran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Proposer alternatives attrayantes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