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Écrans et Jeunesse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Chapitre 1 — État des lieux | Chapitre 2 — Comprendre les mécanismes | Chapitre 3 — Les risques réels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Chapitre 1 — État des lieux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jeunes et les écrans : les chiffres qui interpellent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Par jour en moyenne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Temps passé sur les écrans par un adolescent français (hors école)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Consultent leur téléphone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6490800" cy="1835999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186000"/>
            <a:ext cx="572400" cy="1835999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Chapitre 2 — Comprendre les mécanismes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3650399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Pourquoi les écrans sont-ils si difficiles à quitter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mécanique de la récompense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plateformes numériques sont conçues pour déclencher des libérations de dopamine — le neurotransmetteur du plaisir. Chaque notification, like ou nouvelle vidéo crée une boucle de renforcement positif qui pousse à revenir encore et encore.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n'est pas une faiblesse de caractère : c'est de la neurobiologie, exploitée sciemment par des équipes d'ingénieurs.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50868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32800" y="50868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206000" y="5508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2800" y="515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200" y="5122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Chapitre 3 — Les risques réels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9200" y="55511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Quels impacts sur la santé des jeunes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Sommeil perturbé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lumière bleue des écrans retarde la production de mélatonine de 1 à 3 heures. Un manque de sommeil chronique affecte la concentration, l'humeur et les apprentissages.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Anxiété et estime de soi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2800" y="66852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32800" y="66852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206000" y="71064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32800" y="6751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7200" y="6721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Chapitre 5 — Prévention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9200" y="71496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stratégies qui fonctionnent vraiment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Structurer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zones et horaires sans écran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Proposer alternatives attrayantes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2800" y="81935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540799" y="82296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Chapitre 4 — Signaux d'alerte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Écrans et Jeunesse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Chapitre 1 — État des lieux | Chapitre 2 — Comprendre les mécanismes | Chapitre 3 — Les risques réels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835999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835999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Chapitre 4 — Signaux d'alerte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Comment reconnaître une consommation problématique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Il ne s'agit pas de diaboliser tout usage numérique, mais d'identifier les signaux d'alerte qui indiquent que l'équilibre est rompu. Voici les indicateurs les plus fiables à observer au quotidien.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Irritabilité lors des coupures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enfant réagit avec colère ou anxiété intense lorsqu'on lui retire l'accès aux écrans, même temporairement ? C'est un signe fort de dépendance naissante.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