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Pièces jointes par e-mail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qu'une pièce jointe ? | Les types de fichiers — Ce que disent les extensions | Envoyer une pièce jointe avec Gmail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Qu'est-ce qu'une pièce jointe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pièce jointe, c'est simplement un fichier que l'on accroche à un e-mail, comme on agrafait autrefois un document à une lettre. Ce fichier voyage avec le message et le destinataire peut le consulter ou le sauvegarder sur son propre appareil.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Lettres, CV, contrats, formulaires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Photos de famille, captures d'écran, illustrations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Vidéos, fichiers audio, enregistrements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499199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499199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920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565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5351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types de fichiers — Ce que disent les extensions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963599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Chaque 	fichier porte une extension — les quelques lettres après le point dans son nom (ex. : photo.jpg). C'est votre premier repère pour savoir de quoi il s'agit.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Texte et documents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.pdf — document universel, se lit partout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.docx — fichier Word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097599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097599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518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164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1335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Envoyer une pièce jointe avec Gmail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5619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Gmail est l'un des services de messagerie les plus utilisés en France. Joindre un fichier est simple et rapide depuis un ordinateur ou un smartphone.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Cliquer Envoyer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Cliquer trombone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Destinataire &amp; objet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544800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544800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69660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6113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5808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Envoyer une pièce jointe avec Outlook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0092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Sur ordinateur (application)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Cliquer sur Nouveau message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Dans le ruban, cliquer sur Joindre un fichier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Choisir Parcourir cet ordinateur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0531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0892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Envoyer une pièce jointe avec Proton Mail | Comparatif des trois messageries | Recevoir et ouvrir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Pièces jointes par e-mail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qu'une pièce jointe ? | Les types de fichiers — Ce que disent les extensions | Envoyer une pièce jointe avec Gmail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Envoyer une pièce jointe avec Proton 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Proton Mail est une messagerie axée sur la confidentialité et le chiffrement. Populaire auprès de ceux qui souhaitent protéger leurs échanges, elle reste simple à utiliser au quotidien.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Ouvrir la composition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Cliquer sur Nouveau message depuis la boîte de réception.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Joindre le fichier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Comparatif des trois messageries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Chaque service a ses forces. Voici un aperçu rapide pour choisir ou mieux comprendre_x000B_celui que vous utilisez.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Proton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Limite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Stockage cloud intégré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7952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7952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216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486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831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Recevoir et ouvrir une pièce jointe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2596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Quand vous recevez un e-mail avec une pièce jointe, une icône de trombone apparaît dans la liste de vos messages. À l'ouverture, le fichier est affiché en bas ou en haut du message selon le service utilisé.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Prévisualiser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Cliquer sur l'aperçu du fichier pour le lire directement dans le navigateur, sans le télécharger.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Télécharger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