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ext…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qu'une pièce jointe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jointe, c'est simplement un fichier que l'on accroche à…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Lettres, CV, contrats, formulaires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de famille, captures d'écran, 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Vidéos, fichiers audio, enregistrements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types de fichiers — Ce que disent les ext…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fichier porte une extension — les quelques lettres après 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Texte et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.pdf — document universel, se lit partout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.docx — fichier Word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Gmail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est l'un des services de messagerie les plus utilisés en Fr…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Envoyer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une pièce jointe avec Outlook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ordinateur (application)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Dans le ruban, cliquer sur Joindre un fichier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Parcourir cet ordinateur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Envoyer une pièce jointe avec Proton Mail | Comparatif des trois messageries | 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ext…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Proton 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 est une messagerie axée sur la confidentialité et le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la composition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 depuis la boîte de réception.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Joindre le fichier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Comparatif des trois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service a ses forces. Voici un aperçu rapide pour choisir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Limite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cloud intégré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Recevoir et ouvrir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recevez un e-mail avec une pièce jointe, une icône de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Prévisualiser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l'aperçu du fichier pour le lire directement dans le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