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Pièces jointes par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qu'une pièce jointe ? | Les types de fichiers — Ce que disent les ext… | Envoyer une pièce jointe avec Gmail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Qu'est-ce qu'une pièce jointe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pièce jointe, c'est simplement un fichier que l'on accroche à…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Lettres, CV, contrats, formulaires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Photos de famille, captures d'écran, illustrations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Vidéos, fichiers audio, enregistrements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types de fichiers — Ce que disent les ext…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fichier porte une extension — les quelques lettres après l…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Texte et documents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.pdf — document universel, se lit partout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.docx — fichier Word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Envoyer une pièce jointe avec Gmail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Gmail est l'un des services de messagerie les plus utilisés en Fr…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Envoyer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trombone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Destinataire &amp; objet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Envoyer une pièce jointe avec Outlook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ordinateur (application)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Nouveau message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Dans le ruban, cliquer sur Joindre un fichier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Choisir Parcourir cet ordinateur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Envoyer une pièce jointe avec Proton Mail | Comparatif des trois messageries | Recevoir et ouvrir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Pièces jointes par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qu'une pièce jointe ? | Les types de fichiers — Ce que disent les ext… | Envoyer une pièce jointe avec Gmail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Envoyer une pièce jointe avec Proton Mail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Proton Mail est une messagerie axée sur la confidentialité et le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la composition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Nouveau message depuis la boîte de réception.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Joindre le fichier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Comparatif des trois messageries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service a ses forces. Voici un aperçu rapide pour choisir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Proton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Limite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Stockage cloud intégré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Recevoir et ouvrir une pièce jointe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Quand vous recevez un e-mail avec une pièce jointe, une icône de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Prévisualiser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l'aperçu du fichier pour le lire directement dans le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Télécharger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