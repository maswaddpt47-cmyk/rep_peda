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qu'une pièce jointe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Lettres, CV, contrats, formulaires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de famille, captures d'écran, 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Vidéos, fichiers audio, enregistrements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types de fichiers — Ce que disent les extensions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fichier porte une extension — les quelques lettres après le point dans son nom (ex. : photo.jpg). C'est votre premier repère pour savoir de quoi il s'agit.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Texte et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.pdf — document universel, se lit partout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.docx — fichier Word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975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975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18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33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Gmail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619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est l'un des services de messagerie les plus utilisés en France. Joindre un fichier est simple et rapide depuis un ordinateur ou un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Envoyer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5448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5448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966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611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580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une pièce jointe avec Outlook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0092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ordinateur (application)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Dans le ruban, cliquer sur Joindre un fichier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Parcourir cet ordinateur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053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089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Envoyer une pièce jointe avec Proton Mail | Comparatif des trois messageries | 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Proton 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 est une messagerie axée sur la confidentialité et le chiffrement. Populaire auprès de ceux qui souhaitent protéger leurs échanges, elle reste simple à utiliser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la composition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 depuis la boîte de réception.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Joindre le fichier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Comparatif des trois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service a ses forces. Voici un aperçu rapide pour choisir ou mieux comprendre celui que vous utilisez.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Limite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cloud intégré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2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2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Recevoir et ouvrir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6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recevez un e-mail avec une pièce jointe, une icône de trombone apparaît dans la liste de vos messages. À l'ouverture, le fichier est affiché en bas ou en haut du message selon le service utilisé.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Prévisualiser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l'aperçu du fichier pour le lire directement dans le navigateur, sans le télécharger.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