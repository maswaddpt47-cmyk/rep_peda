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fichier porte une extension — les quelques lettres après le point dans son nom (ex. : photo.jpg). C'est votre premier repère pour savoir de quoi il s'agit.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France. Joindre un fichier est simple et rapide depuis un ordinateur ou un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chiffrement. Populaire auprès de ceux qui souhaitent protéger leurs échanges, elle reste simple à utiliser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ou mieux comprendre celui que vous utilisez.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trombone apparaît dans la liste de vos messages. À l'ouverture, le fichier est affiché en bas ou en haut du message selon le service utilisé.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navigateur, sans le télécharger.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