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qu'Internet ? | Se connecter au Wi-Fi — Mode d'emploi | Le navigateur web : votre porte d'entrée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qu'Internet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Internet, c'est un immense réseau mondial d'ordinateurs, de télép…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Comment ça arrive chez moi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Via un fournisseur d'accès (Orange, SFR, Bouygues, Free) qui vous…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Types de connexions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 connecter au Wi-Fi — Mode d'emploi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Réglages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aux paramètres WiFi de l'appareil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réseau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Sélectionner le nom de votre box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 navigateur web : votre porte d'entrée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navigateur web, c'est le programme que vous utilisez pour affi…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Google Chrome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plus populaire. Rapide, compatible avec la majorité des sites.…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Mozilla Firefox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Anatomie d'une page web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ouvrez votre navigateur, voici les éléments essentiels…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barre d'adresse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le champ en haut de votre navigateur. Vous y tapez l'adress…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boutons de navigation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Les moteurs de recherche : comment ça marche … | Bien formuler sa recherche | Comprendre une adresse web (URL)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000" y="1180800"/>
            <a:ext cx="50580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2000" b="1" i="0">
                <a:solidFill>
                  <a:srgbClr val="4388BC"/>
                </a:solidFill>
                <a:latin typeface="Arial"/>
              </a:rPr>
              <a:t>Mon mémo — 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qu'Internet ? | Se connecter au Wi-Fi — Mode d'emploi | Le navigateur web : votre porte d'entrée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Les moteurs de recherche : comment ça marche 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moteur de recherche est un service en ligne qui explore et ind…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Google est le moteur utilisé par défaut par la plupart des gens. 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Bien formuler sa recherche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qualité de vos résultats dépend directement des mots que vous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Soyez concis et précis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Tapez les mots-clés essentiels, pas une phrase entière. Ex. : hor…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majuscules et accents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Comprendre une adresse web (URL)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adresse web, ou URL (Uniform Resource Locator), c'est comme l…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https:// — Le protocole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la méthode de communication entre votre navigateur et le si…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www.service-public.fr — Le nom de domaine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