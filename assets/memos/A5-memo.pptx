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2800" y="1180800"/>
            <a:ext cx="6490800" cy="51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4388BC"/>
                </a:solidFill>
                <a:latin typeface="Arial"/>
              </a:rPr>
              <a:t>Mon mémo — Naviguer sur Internet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Qu'est-ce qu'Internet ? | Se connecter au Wi-Fi — Mode d'emploi | Le navigateur web : votre porte d'entrée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2800" y="1749600"/>
            <a:ext cx="6490800" cy="16848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2800" y="1749600"/>
            <a:ext cx="572400" cy="1684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206000" y="21708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2800" y="18162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7200" y="1785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Qu'est-ce qu'Internet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9200" y="2214000"/>
            <a:ext cx="5828400" cy="11843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Internet, c'est un immense réseau mondial d'ordinateurs, de téléphones et d'appareils connectés entre eux, qui échangent des informations en permanence. On peut l'imaginer comme une gigantesque toile d'araignée planétaire.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Comment ça arrive chez moi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Via un fournisseur d'accès (Orange, SFR, Bouygues, Free) qui vous relie au réseau grâce à une box internet ou à la 4G/5G de votre téléphone.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Types de connexions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800" y="3499199"/>
            <a:ext cx="6490800" cy="13716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32800" y="3499199"/>
            <a:ext cx="572400" cy="13716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206000" y="3920399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32800" y="35658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7200" y="3535199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Se connecter au Wi-Fi — Mode d'emploi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9200" y="3963599"/>
            <a:ext cx="5828400" cy="87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Ouvrir Réglages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Accéder aux paramètres WiFi de l'appareil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Choisir réseau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Sélectionner le nom de votre box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800" y="4935600"/>
            <a:ext cx="6490800" cy="16848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32800" y="4935600"/>
            <a:ext cx="572400" cy="1684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206000" y="53568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2800" y="50022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7200" y="4971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Le navigateur web : votre porte d'entrée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9200" y="5399999"/>
            <a:ext cx="5828400" cy="11843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Un navigateur web, c'est le programme que vous utilisez pour afficher des pages Internet. C'est lui qui "traduit" les données du réseau en images, textes et vidéos lisibles à l'écran.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Google Chrome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 plus populaire. Rapide, compatible avec la majorité des sites. Développé par Google.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Mozilla Firefox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2800" y="6685200"/>
            <a:ext cx="6490800" cy="15336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32800" y="6685200"/>
            <a:ext cx="572400" cy="15336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206000" y="71064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32800" y="67518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7200" y="67212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Les moteurs de recherche : comment ça marche 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9200" y="7149600"/>
            <a:ext cx="5828400" cy="10331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Un moteur de recherche est un service en ligne qui explore et indexe des milliards de pages web pour vous retourner les résultats les plus pertinents selon vos mots-clés.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Google est le moteur utilisé par défaut par la plupart des gens. Mais Qwant ou DuckDuckGo sont d'excellentes alternatives si vous souhaitez préserver votre vie privée.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2800" y="8355599"/>
            <a:ext cx="6490800" cy="658800"/>
          </a:xfrm>
          <a:prstGeom prst="rect">
            <a:avLst/>
          </a:prstGeom>
          <a:solidFill>
            <a:srgbClr val="EFF7FF"/>
          </a:solidFill>
          <a:ln w="635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540799" y="8391600"/>
            <a:ext cx="5410800" cy="6048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4388BC"/>
                </a:solidFill>
                <a:latin typeface="Arial"/>
              </a:rPr>
              <a:t>→ Suite en page 2 : Anatomie d'une page web | Bien formuler sa recherche | Comprendre une adresse web (URL)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E6E6D"/>
                </a:solidFill>
                <a:latin typeface="Arial"/>
              </a:rPr>
              <a:t>Votre Conseiller Numérique : 05 53 47 31 32  ·  conseiller-numerique@lotetgaronne.fr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83200" y="9925200"/>
            <a:ext cx="2797200" cy="180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v1.0 – 2025 – CD47 Service Inclusion Numérique  |  Page 1/2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2800" y="1180800"/>
            <a:ext cx="6490800" cy="51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4388BC"/>
                </a:solidFill>
                <a:latin typeface="Arial"/>
              </a:rPr>
              <a:t>Mon mémo — Naviguer sur Internet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Qu'est-ce qu'Internet ? | Se connecter au Wi-Fi — Mode d'emploi | Le navigateur web : votre porte d'entrée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2800" y="1749600"/>
            <a:ext cx="6490800" cy="16848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2800" y="1749600"/>
            <a:ext cx="572400" cy="1684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206000" y="21708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2800" y="18162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7200" y="1785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Anatomie d'une page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9200" y="2214000"/>
            <a:ext cx="5828400" cy="11843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Quand vous ouvrez votre navigateur, voici les éléments essentiels à connaître pour vous repérer 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La barre d'adresse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C'est le champ en haut de votre navigateur. Vous y tapez l'adresse d'un site (ex. : www.service-public.fr) ou directement votre recherche. C'est votre point de départ.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Les boutons de navigation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800" y="3499199"/>
            <a:ext cx="6490800" cy="15336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32800" y="3499199"/>
            <a:ext cx="572400" cy="15336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206000" y="3920399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32800" y="35658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7200" y="3535199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Bien formuler sa recherche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9200" y="3963599"/>
            <a:ext cx="5828400" cy="10331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La qualité de vos résultats dépend directement des mots que vous tapez. Quelques astuces simples pour mieux chercher 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Soyez concis et précis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Tapez les mots-clés essentiels, pas une phrase entière. Ex. : horaires mairie Lyon plutôt que "Je voudrais savoir à quelle heure ouvre la mairie de Lyon".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Les majuscules et accents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800" y="5097599"/>
            <a:ext cx="6490800" cy="16848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32800" y="5097599"/>
            <a:ext cx="572400" cy="1684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206000" y="5518799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2800" y="51642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7200" y="5133599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Comprendre une adresse web (URL)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9200" y="5561999"/>
            <a:ext cx="5828400" cy="11843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Une adresse web, ou URL (Uniform Resource Locator), c'est comme l'adresse postale d'une page sur Internet. Elle est unique et permet à votre navigateur de trouver exactement ce que vous cherchez.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https:// — Le protocole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C'est la méthode de communication entre votre navigateur et le site web. Le s de https signifie "sécurisé". C'est important !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www.service-public.fr — Le nom de domaine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2800" y="8892000"/>
            <a:ext cx="6490800" cy="1512000"/>
          </a:xfrm>
          <a:prstGeom prst="rect">
            <a:avLst/>
          </a:prstGeom>
          <a:solidFill>
            <a:srgbClr val="EBF5FF"/>
          </a:solidFill>
          <a:ln w="1016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2221200" y="9478800"/>
            <a:ext cx="3110400" cy="72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792800" y="8956800"/>
            <a:ext cx="4140000" cy="1404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4388BC"/>
                </a:solidFill>
                <a:latin typeface="Arial"/>
              </a:rPr>
              <a:t>Besoin d'aide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Votre Conseiller Numérique est là pour vous accompagner !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conseiller-numerique@lotetgaronne.fr  ·  Tél : 05 53 47 31 32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www.lotetgaronne.fr/inclusion-numerique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E6E6D"/>
                </a:solidFill>
                <a:latin typeface="Arial"/>
              </a:rPr>
              <a:t>Direction des Systèmes d'Information — Service Inclusion Numérique — CD47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83200" y="9925200"/>
            <a:ext cx="2797200" cy="180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v1.0 – 2025 – CD47 Service Inclusion Numérique  |  Page 2/2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