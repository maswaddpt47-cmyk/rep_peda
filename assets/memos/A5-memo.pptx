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Naviguer sur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qu'Internet ? | Se connecter au Wi-Fi — Mode d'emploi | Le navigateur web : votre porte d'entrée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Qu'est-ce qu'Internet 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Internet, c'est un immense réseau mondial d'ordinateurs, de téléphones et d'appareils connectés entre eux, qui échangent des informations en permanence. On peut l'imaginer comme une gigantesque toile d'araignée planétaire.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Comment ça arrive chez moi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Via un fournisseur d'accès (Orange, SFR, Bouygues, Free) qui vous relie au réseau grâce à une box internet ou à la 4G/5G de votre téléphone.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Types de connexions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4991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4991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920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565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5351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Se connecter au Wi-Fi — Mode d'emploi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963599"/>
            <a:ext cx="5828400" cy="87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Ouvrir Réglages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Accéder aux paramètres WiFi de l'appareil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Choisir réseau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Sélectionner le nom de votre box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9356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9356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356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002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971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Le navigateur web : votre porte d'entrée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399999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navigateur web, c'est le programme que vous utilisez pour afficher des pages Internet. C'est lui qui "traduit" les données du réseau en images, textes et vidéos lisibles à l'écran.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Google Chrome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plus populaire. Rapide, compatible avec la majorité des sites. Développé par Google.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Mozilla Firefox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685200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685200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71064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751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7212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Les moteurs de recherche : comment ça marche 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7149600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 moteur de recherche est un service en ligne qui explore et indexe des milliards de pages web pour vous retourner les résultats les plus pertinents selon vos mots-clés.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Google est le moteur utilisé par défaut par la plupart des gens. Mais Qwant ou DuckDuckGo sont d'excellentes alternatives si vous souhaitez préserver votre vie privée.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8355599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83916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Anatomie d'une page web | Bien formuler sa recherche | Comprendre une adresse web (URL)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Naviguer sur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Qu'est-ce qu'Internet ? | Se connecter au Wi-Fi — Mode d'emploi | Le navigateur web : votre porte d'entrée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Anatomie d'une page 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Quand vous ouvrez votre navigateur, voici les éléments essentiels à connaître pour vous repérer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barre d'adresse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C'est le champ en haut de votre navigateur. Vous y tapez l'adresse d'un site (ex. : www.service-public.fr) ou directement votre recherche. C'est votre point de départ.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boutons de navigation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499199"/>
            <a:ext cx="6490800" cy="1533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499199"/>
            <a:ext cx="572400" cy="1533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9203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5658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5351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Bien formuler sa recherche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963599"/>
            <a:ext cx="5828400" cy="10331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La qualité de vos résultats dépend directement des mots que vous tapez. Quelques astuces simples pour mieux chercher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Soyez concis et précis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Tapez les mots-clés essentiels, pas une phrase entière. Ex. : horaires mairie Lyon plutôt que "Je voudrais savoir à quelle heure ouvre la mairie de Lyon".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majuscules et accents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5097599"/>
            <a:ext cx="6490800" cy="16848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5097599"/>
            <a:ext cx="572400" cy="1684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518799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5164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51335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Comprendre une adresse web (URL)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561999"/>
            <a:ext cx="5828400" cy="11843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adresse web, ou URL (Uniform Resource Locator), c'est comme l'adresse postale d'une page sur Internet. Elle est unique et permet à votre navigateur de trouver exactement ce que vous cherchez.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https:// — Le protocole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C'est la méthode de communication entre votre navigateur et le site web. Le s de https signifie "sécurisé". C'est important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www.service-public.fr — Le nom de domaine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