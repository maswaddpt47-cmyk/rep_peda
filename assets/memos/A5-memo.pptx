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 relie au réseau grâce à une box internet ou à la 4G/5G de votre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35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35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56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02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71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399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afficher des pages Internet. C'est lui qui "traduit" les données du réseau en images, textes et vidéos lisibles à l'écran.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 Développé par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moteurs de recherche : comment ça marche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indexe des milliards de pages web pour vous retourner les résultats les plus pertinents selon vos mots-clés.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Mais Qwant ou DuckDuckGo sont d'excellentes alternatives si vous souhaitez préserver votre vie privée.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355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391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Anatomie d'une page web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page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 à connaître pour vous repérer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l'adresse d'un site (ex. : www.service-public.fr) ou directement votre recherche. C'est votre point de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tapez. Quelques astuces simples pour mieux chercher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horaires mairie Lyon plutôt que "Je voudrais savoir à quelle heure ouvre la mairie de Lyon".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5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1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l'adresse postale d'une page sur Internet. Elle est unique et permet à votre navigateur de trouver exactement ce que vous cherchez.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site web. Le s de https signifie "sécurisé". C'est important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