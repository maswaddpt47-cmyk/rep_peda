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qu'Internet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arrive chez moi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un fournisseur d'accès (Orange, SFR, Bouygues, Free) qui vous relie au réseau grâce à une box internet ou à la 4G/5G de votre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Types de connexions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4991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au Wi-Fi — Mode d'emploi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963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Réglages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aux paramètres WiFi de l'appareil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réseau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le nom de votre 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935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935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356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002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971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navigateur web : votre porte d'entrée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3999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navigateur web, c'est le programme que vous utilisez pour afficher des pages Internet. C'est lui qui "traduit" les données du réseau en images, textes et vidéos lisibles à l'écran.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Chrome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plus populaire. Rapide, compatible avec la majorité des sites. Développé par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Mozilla Firefox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6852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moteurs de recherche : comment ça marche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1496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moteur de recherche est un service en ligne qui explore et indexe des milliards de pages web pour vous retourner les résultats les plus pertinents selon vos mots-clés.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est le moteur utilisé par défaut par la plupart des gens. Mais Qwant ou DuckDuckGo sont d'excellentes alternatives si vous souhaitez préserver votre vie privée.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355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391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Anatomie d'une page web | Bien formuler sa recherche | 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page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ouvrez votre navigateur, voici les éléments essentiels à connaître pour vous repérer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d'adresse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le champ en haut de votre navigateur. Vous y tapez l'adresse d'un site (ex. : www.service-public.fr) ou directement votre recherche. C'est votre point de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boutons de navigation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Bien formuler sa recherche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de vos résultats dépend directement des mots que vous tapez. Quelques astuces simples pour mieux chercher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Soyez concis et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les mots-clés essentiels, pas une phrase entière. Ex. : horaires mairie Lyon plutôt que "Je voudrais savoir à quelle heure ouvre la mairie de Lyon".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majuscules et accents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097599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Comprendre une adresse web (URL)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5619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web, ou URL (Uniform Resource Locator), c'est comme l'adresse postale d'une page sur Internet. Elle est unique et permet à votre navigateur de trouver exactement ce que vous cherchez.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https:// — Le protocole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la méthode de communication entre votre navigateur et le site web. Le s de https signifie "sécurisé". C'est important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www.service-public.fr — Le nom de domaine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