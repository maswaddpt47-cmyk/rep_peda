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démarches administratives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les démarches en ligne semblent comp… | Service-public.fr : votre portail officiel | Comment naviguer sur service-public.fr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les démarches en ligne semblent comp…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Beaucoup de personnes hésitent à effectuer leurs démarches admini…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Trop de sites différents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impots.gouv.fr, ameli.fr, caf.fr, service-public.fr On ne sait pl…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Peur des erreurs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Service-public.fr : votre portail officiel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Service-public.fr est le site officiel de l'administration frança…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S'informer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Fiches pratiques claires sur vos droits et obligations, rédigées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une démarche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naviguer sur service-public.fr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est organisé de manière logique. Voici comment l'utiliser…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profil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Particulier, pro ou association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Suivre la fiche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La Boussole des jeunes : pour les 16–30 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boussole.jeunes.gouv.fr est un outil numérique gratuit conçu spéc…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Aides financières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Découvrez les aides au logement, les bourses, le RSA jeunes, la 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Emploi &amp; formation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FranceConnect : une clé pour tous les service… | Les principaux sites par thème | Vous n'êtes pas seule : les lieux d'aide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démarches administratives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les démarches en ligne semblent comp… | Service-public.fr : votre portail officiel | Comment naviguer sur service-public.fr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FranceConnect : une clé pour tous les service…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FranceConnect est un dispositif officiel de l'État qui vous perme…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« Se connecter avec FranceConnect 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Choisissez votre fournisseur d'identité (impots.gouv, ameli)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principaux sites par thème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Voici un panorama des sites officiels les plus utiles au quotidie…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impots.gouv.fr — Déclaration de revenus, paiement, simulation d'i…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— Remboursements, carte vitale, arrêts de travail, médec…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Famille &amp; logement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Vous n'êtes pas seule : les lieux d'aide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Effectuer des démarches en ligne ne veut pas dire être seul face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France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réseau de plus de 2 700 espaces en France où des agents formés…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Bibliothèques et médiathèques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