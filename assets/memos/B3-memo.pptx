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Choisir son fournisseur d'identité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Avant de commencer — Vérifiez vos prérequis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avez besoin d'un compte existant pour utiliser FranceConnect. Suivez ces étapes simples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Vérifier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Avez-vous déjà un compte impots.gouv.fr, Ameli.fr, La Poste, MSA ou France Identité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un compte (si besoin)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Qu'est-ce que FranceConnect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identifiant unique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des centaines de services : Ameli, impots.gouv,_x000B_CAF, Mon Espace Santé, France Travail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Sécurisé par l'État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Aucun mot de passe supplémentaire. FranceConnect ne stocke_x000B_pas vos données — il vérifie votre identité.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9464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9464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367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013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982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Choisir son fournisseur d'identité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410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liste de fournisseurs s'affiche : La Poste, Impôts, Ameli,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Choisissez un service où vous avez déjà un compte_x000B_Ex : La Poste, Ameli, impots.gouv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sur le nom du fournisseur,_x000B_Vous êtes redirigé vers sa page de connexion.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5448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5448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966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611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580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Valider et accéder à votre espace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0092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demande d'autorisation s'affiche,_x000B_Lisez attentivement les informations demandées.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sur « Autoriser »,_x000B_Vous confirmez le partage de votre identité.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Redirection automatique,_x000B_Vous revenez sur le site de départ.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espace s'ouvre _x000B_À chaque connexion future, un simple clic sur_x000B_FranceConnect suffira.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2151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251199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Points de vigilance | MES IDENTIFIANTS NE FONCTIONNENT PAS | CHECKLIST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son identité numérique avec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Avant de commencer — Vérifiez vos prérequis | Qu'est-ce que FranceConnect ? | Choisir son fournisseur d'identité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Points de vigilance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 vos identifiants à quelqu'un d'autre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un lien FranceConnect reçu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Utiliser FranceConnect sur un appareil public ou partagé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Oublier de se déconnecter sur un ordinateur partagé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MES IDENTIFIANTS NE FONCTIONNENT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Vérifiez que vous utilisez les bons identifiants pour le fournisseur choisi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Réinitialisez votre mot de passe sur le site du fournisseur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Dépannage — Les erreurs courantes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ERREUR Y000001 OU E000008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CHECKLIST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commencer, assurez-vous que vous êtes en sécurité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votre 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Vous êtes sur votre ordinateur personnel (pas un appareil partagé)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antivirus est à jour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