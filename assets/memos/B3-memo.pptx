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Avant de commencer — Vérifiez vos prérequis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avez besoin d'un compte existant pour utiliser FranceConnect…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Vérifier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Avez-vous déjà un compte impots.gouv.fr, Ameli.fr, La Poste, MSA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un compte (si besoin)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Qu'est-ce que FranceConnect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identifiant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des centaines de services : Ameli, impots.gouv, CAF, Mo…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Sécurisé par l'État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Aucun mot de passe supplémentaire. FranceConnect ne stocke pas vo…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Points de vigilance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 vos identifiants à quelqu'un d'autre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un lien FranceConnect reçu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FranceConnect sur un appareil public ou partagé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Oublier de se déconnecter sur un ordinateur partagé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DÉPANNAGE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ERREUR Y000001 OU E000008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session n'a pas fonctionné. Solution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Fermez complètement votre navigateur (tous les onglets)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Rouvrez-le et tapez l'adresse du site directement (pas de raccour…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CHECKLIST | 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commencer, assurez-vous que vous êtes en sécurité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êtes sur votre ordinateur personnel (pas un appareil partagé…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antivirus est à jour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QUIZ D'ÉVALUATION — Testez vos connaissances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Question 1 :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A) Un nouveau mot de passe pour tous les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B) Un service d'État qui vous permet d'accéder à 1 800+ services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C) Une application à télécharger obligatoirement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