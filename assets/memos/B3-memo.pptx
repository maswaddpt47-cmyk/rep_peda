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FranceConnect. Suivez ces étapes simples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ou France Identité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Mon Espace Santé, France Travail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vos données — il vérifie votre identité.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946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946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367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982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410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382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847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raccourci)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7891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7927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86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5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avec un seul identifiant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