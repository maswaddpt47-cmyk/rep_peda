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FranceConnect. Suivez ces étapes simples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ou France Identité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 CAF, Mon Espace Santé, France Travail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 pas vos données — il vérifie votre identité.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DÉPANNAGE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session n'a pas fonctionné. Solution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Fermez complètement votre navigateur (tous les onglets)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Rouvrez-le et tapez l'adresse du site directement (pas de raccourci)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CHECKLIST | 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QUIZ D'ÉVALUATION — Testez vos connaissances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Question 1 :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A) Un nouveau mot de passe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B) Un service d'État qui vous permet d'accéder à 1 800+ services avec un seul identifiant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C) Une application à télécharger obligatoirement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