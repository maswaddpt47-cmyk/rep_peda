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Découvrir votre smartphone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connaissance avec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le côté. Appui court = allumer l'écran. Appui long = éteindre…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Volume +/-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gestes essentiels sur l'écran tactile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court toucher du doigt pour ouvrir une appli ou sélectionner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Faites glisser le doigt vers le haut ou le bas pour parcourir une…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Astuce quotidienne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batterie, votre meilleure alliée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éteint ne sert à rien. Pensez à le recharger chaque…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dessous de 20%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Branchez-le dès que possible. Évitez d'attendre le 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Wi-Fi ou réseau mobile : quelle différence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box à la maison ou dans un lieu public. Rapid…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Réseau mobile (4G/5G)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opérateur téléphonique. Fonctionne partout, m…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Passer et recevoir un appel | Envoyer un SMS |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Passer et recevoir un 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Taper le numéro ou chercher un contact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Raccrocher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Terminer l'appel avec le bouton rouge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 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Ouvrez l'application Messages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l'icône bulle de conversation sur votre écran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Créez un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+ ou l'icône crayon pour démarrer une nouvelle con…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L'écran d'accueil et les applis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préinstallées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Téléphone, Messages, Photos, Appareil photo elles sont déjà là dè…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à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