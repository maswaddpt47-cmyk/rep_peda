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 le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un élément.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 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 soir, comme votre brosse à dents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8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8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50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4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11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4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Rapide, gratuit, idéal chez soi.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mais consomme votre forfait.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conversation.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dès l'achat.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