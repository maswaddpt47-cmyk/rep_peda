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Prendre en main son smartphone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Découvrir votre smartphone | Les gestes essentiels sur l'écran tactile | Astuce quotidienne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824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82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Découvrir votre smartphone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Faire connaissance avec votre appareil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Bouton marche/arrêt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Sur le côté. Appui court = allumer l'écran. Appui long = éteindre le téléphone.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Volume +/-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96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96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179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634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327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Les gestes essentiels sur l'écran tactile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61199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Appuyer (tapoter)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court toucher du doigt pour ouvrir une appli ou sélectionner un élément.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Glisser (faire défiler)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Faites glisser le doigt vers le haut ou le bas pour parcourir une page.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33200"/>
            <a:ext cx="6490800" cy="13824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33200"/>
            <a:ext cx="572400" cy="1382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544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998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692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Astuce quotidienne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97599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batterie, votre meilleure alliée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smartphone éteint ne sert à rien. Pensez à le recharger chaque soir, comme votre brosse à dents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En dessous de 20%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Branchez-le dès que possible. Évitez d'attendre le 0%.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080400"/>
            <a:ext cx="6490800" cy="1533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080400"/>
            <a:ext cx="572400" cy="1533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501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147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116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Se connecter à Internet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5448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Wi-Fi ou réseau mobile : quelle différence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Connexion via votre box à la maison ou dans un lieu public. Rapide, gratuit, idéal chez soi.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Réseau mobile (4G/5G)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Connexion via votre opérateur téléphonique. Fonctionne partout, mais consomme votre forfait.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750799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7868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Passer et recevoir un appel | Envoyer un SMS | 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Prendre en main son smartphone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Découvrir votre smartphone | Les gestes essentiels sur l'écran tactile | Astuce quotidienne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Passer et recevoir un appel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Taper le numéro ou chercher un contact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Raccrocher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Terminer l'appel avec le bouton rouge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Ouvrir Téléphone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Envoyer un SMS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Ouvrez l'application Messages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Cherchez l'icône bulle de conversation sur votre écran d'accueil.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Créez un nouveau message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Appuyez sur le + ou l'icône crayon pour démarrer une nouvelle conversation.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Applications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L'écran d'accueil et les applis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Applis préinstallées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Téléphone, Messages, Photos, Appareil photo elles sont déjà là dès l'achat.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Applis à télécharger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