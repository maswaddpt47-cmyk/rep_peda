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CPF, c'est quoi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Compte Personnel de Formation est un droit universel attaché à…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compte sécurisé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Personnel et confidentiel, accessible en ligne à tout 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BÉNÉFICIAIRES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peut en bénéficier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est ouvert à tous les actifs, quel que soit leur statut. 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Salariés du privé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Temps plein ou partiel, CDI ou CDD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DROITS &amp; SOLDE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qui se cache derrière votre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Crédit annuel pour un salarié à temps plein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Plafond standard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Montant maximum accumulable sur votre compte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PLATEFORME OFFICIELLE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point d'entrée unique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MonCompteFormation.gouv.fr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officiel et sécurisé de l'État pour gérer l'intégralité 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solde en temps réel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CATALOGUE DE FORMATIONS | 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Maîtriser son CPF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BÉNÉFICIAIRES | DROITS &amp; SOLDE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CATALOGUE DE FORMATIONS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Quelles formations choisir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CPF finance une large palette de formations certifiantes et qu…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Diplômes &amp; certifications professionnelles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Titres, blocs de compétences reconnus RNCP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S'inscrire à une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la formation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Consultez les détails du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Paiement via CPF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