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563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-p1.png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7556399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2800" y="1180800"/>
            <a:ext cx="6490800" cy="511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4388BC"/>
                </a:solidFill>
                <a:latin typeface="Arial"/>
              </a:rPr>
              <a:t>Mon mémo — L'Intelligence Artificielle pour tous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E6E6D"/>
                </a:solidFill>
                <a:latin typeface="Arial"/>
              </a:rPr>
              <a:t>DÉFINITION | UN PEU D'HISTOIRE | Comment ça marche ?</a:t>
            </a:r>
          </a:p>
        </p:txBody>
      </p:sp>
      <p:sp>
        <p:nvSpPr>
          <p:cNvPr id="4" name="Rectangle 3"/>
          <p:cNvSpPr/>
          <p:nvPr/>
        </p:nvSpPr>
        <p:spPr>
          <a:xfrm>
            <a:off x="532800" y="1749600"/>
            <a:ext cx="6490800" cy="1987199"/>
          </a:xfrm>
          <a:prstGeom prst="rect">
            <a:avLst/>
          </a:prstGeom>
          <a:solidFill>
            <a:srgbClr val="EC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32800" y="1749600"/>
            <a:ext cx="572400" cy="1987199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1206000" y="21708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32800" y="18162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7200" y="17856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4388BC"/>
                </a:solidFill>
                <a:latin typeface="Arial"/>
              </a:rPr>
              <a:t>DÉFINITION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9200" y="2214000"/>
            <a:ext cx="5828400" cy="14868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C'est quoi l'Intelligence Artificielle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L'IA, c'est la capacité d'une machine à imiter certaines fonctions humaines : comprendre le langage, reconnaître des images, prendre des décisions ou apprendre de ses erreurs.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Pensez à un enfant qui apprend à reconnaître un chat en voyant beaucoup de photos. L'IA fait pareil, mais avec des millions d'exemples et en quelques secondes.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L'IA n'est pas magique : c'est un programme informatique, écrit par des humains, qui suit des règles très précises.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2800" y="3801599"/>
            <a:ext cx="6490800" cy="1371600"/>
          </a:xfrm>
          <a:prstGeom prst="rect">
            <a:avLst/>
          </a:prstGeom>
          <a:solidFill>
            <a:srgbClr val="EB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32800" y="3801599"/>
            <a:ext cx="572400" cy="13716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1206000" y="4222799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32800" y="3868199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7200" y="3837599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87C88"/>
                </a:solidFill>
                <a:latin typeface="Arial"/>
              </a:rPr>
              <a:t>UN PEU D'HISTOIRE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9200" y="4265999"/>
            <a:ext cx="5828400" cy="871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De la science-fiction à nos smartphones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Le terme « Intelligence Artificielle » est inventé aux États-Unis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Deep Blue bat le champion du monde d'échecs Garry Kasparov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Siri, le premier assistant vocal grand public, arrive sur iPhone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2800" y="5238000"/>
            <a:ext cx="6490800" cy="1382400"/>
          </a:xfrm>
          <a:prstGeom prst="rect">
            <a:avLst/>
          </a:prstGeom>
          <a:solidFill>
            <a:srgbClr val="EC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32800" y="5238000"/>
            <a:ext cx="572400" cy="1382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206000" y="56592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32800" y="53046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7200" y="5273999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4388BC"/>
                </a:solidFill>
                <a:latin typeface="Arial"/>
              </a:rPr>
              <a:t>Comment ça marche 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9200" y="5702399"/>
            <a:ext cx="5828400" cy="881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L'IA repose sur un principe simple : apprendre à partir d'exemples, comme nous le faisons, mais à une échelle colossale.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Apprentissage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Plus on lui donne de données, plus elle devient précise. C'est pour cela qu'elle s'améliore constamment avec le temps.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2800" y="6685200"/>
            <a:ext cx="6490800" cy="1371600"/>
          </a:xfrm>
          <a:prstGeom prst="rect">
            <a:avLst/>
          </a:prstGeom>
          <a:solidFill>
            <a:srgbClr val="EB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32800" y="6685200"/>
            <a:ext cx="572400" cy="13716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1206000" y="71064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32800" y="67518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7200" y="67212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87C88"/>
                </a:solidFill>
                <a:latin typeface="Arial"/>
              </a:rPr>
              <a:t>L'IA que vous utilisez déjà sans le savoir 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9200" y="7149600"/>
            <a:ext cx="5828400" cy="871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Messagerie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Votre boîte mail trie automatiquement les spams grâce à l'IA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GPS &amp; Waze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L'itinéraire s'adapte en temps réel au trafic grâce à l'IA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2800" y="8193599"/>
            <a:ext cx="6490800" cy="658800"/>
          </a:xfrm>
          <a:prstGeom prst="rect">
            <a:avLst/>
          </a:prstGeom>
          <a:solidFill>
            <a:srgbClr val="EFF7FF"/>
          </a:solidFill>
          <a:ln w="635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540799" y="8229600"/>
            <a:ext cx="5410800" cy="6048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4388BC"/>
                </a:solidFill>
                <a:latin typeface="Arial"/>
              </a:rPr>
              <a:t>→ Suite en page 2 : ASSISTANTS VOCAUX | IA CONVERSATIONNELLE | L'IA dans la santé, les transports et les services publics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E6E6D"/>
                </a:solidFill>
                <a:latin typeface="Arial"/>
              </a:rPr>
              <a:t>Votre Conseiller Numérique : 05 53 47 31 32  ·  conseiller-numerique@lotetgaronne.fr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83200" y="9925200"/>
            <a:ext cx="2797200" cy="180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v1.0 – 2025 – CD47 Service Inclusion Numérique  |  Page 1/2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-p2.png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7556399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2800" y="1180800"/>
            <a:ext cx="6490800" cy="511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4388BC"/>
                </a:solidFill>
                <a:latin typeface="Arial"/>
              </a:rPr>
              <a:t>Mon mémo — L'Intelligence Artificielle pour tous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E6E6D"/>
                </a:solidFill>
                <a:latin typeface="Arial"/>
              </a:rPr>
              <a:t>DÉFINITION | UN PEU D'HISTOIRE | Comment ça marche ?</a:t>
            </a:r>
          </a:p>
        </p:txBody>
      </p:sp>
      <p:sp>
        <p:nvSpPr>
          <p:cNvPr id="4" name="Rectangle 3"/>
          <p:cNvSpPr/>
          <p:nvPr/>
        </p:nvSpPr>
        <p:spPr>
          <a:xfrm>
            <a:off x="532800" y="1749600"/>
            <a:ext cx="6490800" cy="1382400"/>
          </a:xfrm>
          <a:prstGeom prst="rect">
            <a:avLst/>
          </a:prstGeom>
          <a:solidFill>
            <a:srgbClr val="EC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32800" y="1749600"/>
            <a:ext cx="572400" cy="1382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1206000" y="21708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32800" y="18162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7200" y="17856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4388BC"/>
                </a:solidFill>
                <a:latin typeface="Arial"/>
              </a:rPr>
              <a:t>ASSISTANTS VOCAUX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9200" y="2214000"/>
            <a:ext cx="5828400" cy="881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Siri, Alexa, Google comment leur parler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Ces assistants comprennent votre voix et répondent à vos questions à voix haute. Ils sont conçus pour être simples, même pour les débutants.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Exemples de commandes utiles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« Quel temps fait-il à Agen demain ? »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2800" y="3196799"/>
            <a:ext cx="6490800" cy="1371600"/>
          </a:xfrm>
          <a:prstGeom prst="rect">
            <a:avLst/>
          </a:prstGeom>
          <a:solidFill>
            <a:srgbClr val="EB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32800" y="3196799"/>
            <a:ext cx="572400" cy="13716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1206000" y="3617999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32800" y="32634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7200" y="3232799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87C88"/>
                </a:solidFill>
                <a:latin typeface="Arial"/>
              </a:rPr>
              <a:t>IA CONVERSATIONNELLE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9200" y="3661199"/>
            <a:ext cx="5828400" cy="871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ChatGPT : à quoi ça sert concrètement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Une lettre, un email, un courrier administratif en quelques secondes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Comprendre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Expliquer une facture, un contrat ou une démarche complexe simplement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2800" y="4633200"/>
            <a:ext cx="6490800" cy="1382400"/>
          </a:xfrm>
          <a:prstGeom prst="rect">
            <a:avLst/>
          </a:prstGeom>
          <a:solidFill>
            <a:srgbClr val="EC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32800" y="4633200"/>
            <a:ext cx="572400" cy="1382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206000" y="50544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32800" y="46998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7200" y="46692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4388BC"/>
                </a:solidFill>
                <a:latin typeface="Arial"/>
              </a:rPr>
              <a:t>L'IA dans la santé, les transports et les services publics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9200" y="5097599"/>
            <a:ext cx="5828400" cy="881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Des exemples proches de vous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En Lot-et-Garonne comme partout en France, l'IA commence à simplifier les démarches du quotidien :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Les chatbots de la CAF ou des impôts répondent 24h/24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Les radars intelligents analysent le trafic en temps réel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2800" y="8892000"/>
            <a:ext cx="6490800" cy="1512000"/>
          </a:xfrm>
          <a:prstGeom prst="rect">
            <a:avLst/>
          </a:prstGeom>
          <a:solidFill>
            <a:srgbClr val="EBF5FF"/>
          </a:solidFill>
          <a:ln w="1016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2221200" y="9478800"/>
            <a:ext cx="3110400" cy="72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792800" y="8956800"/>
            <a:ext cx="4140000" cy="1404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4388BC"/>
                </a:solidFill>
                <a:latin typeface="Arial"/>
              </a:rPr>
              <a:t>Besoin d'aide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87C88"/>
                </a:solidFill>
                <a:latin typeface="Arial"/>
              </a:rPr>
              <a:t>Votre Conseiller Numérique est là pour vous accompagner !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B2B2B"/>
                </a:solidFill>
                <a:latin typeface="Arial"/>
              </a:rPr>
              <a:t>conseiller-numerique@lotetgaronne.fr  ·  Tél : 05 53 47 31 32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E6E6D"/>
                </a:solidFill>
                <a:latin typeface="Arial"/>
              </a:rPr>
              <a:t>www.lotetgaronne.fr/inclusion-numerique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E6E6D"/>
                </a:solidFill>
                <a:latin typeface="Arial"/>
              </a:rPr>
              <a:t>Direction des Systèmes d'Information — Service Inclusion Numérique — CD47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83200" y="9925200"/>
            <a:ext cx="2797200" cy="180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v1.0 – 2025 – CD47 Service Inclusion Numérique  |  Page 2/2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