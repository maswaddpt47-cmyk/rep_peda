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 ordinateur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est une machine qui vous permet d'écrire, de commun…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de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Fixe, puissant, idéal à la maison. Composé d'une tour, d'un écran…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portable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éléments essentiels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composant a un rôle précis. Apprenez à les reconnaître pou…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Affiche tout ce qui se passe — c'est votre fenêtre sur l'ordinate…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clavier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Permet de taper du texte, des chiffres et des commandes.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 et éteindre correctement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gestes simples protègent votre ordinateur et évitent les pert…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le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Patienter le démarrage complet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Travailler normalement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Découverte du bureau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bureau, c'est votre espace de travail principal. Trois zones 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Petites images sur le bureau qui représentent vos programmes et 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des tâches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souris, votre meilleur outil | Le clavier pas à pas | 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souris, votre meilleur outil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souris vous permet d'interagir avec tout ce qui est à l'écran.…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Clic simple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un élément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Double-clic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 clavier pas à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connaître toutes les touches ! Voici les indispensa…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 /  Retour arrière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Effacez une lettre mal tapée. Retour arrière supprime à gauche du…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Valide une action ou passe à la ligne. La touche la plus utilisée…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les fenêtres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programme s'ouvre dans une fenêtre. Trois petits boutons 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disparaît de l'écran mais reste accessible dans la bar…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occupe tout l'écran pour plus de confort de lecture.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Referme complètement le programme. Pensez à sauvegarder avant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