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 ordinateur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ordinateur est une machine qui vous permet d'écrire, de communiquer, de chercher des informations et bien plus encore. Il en existe plusieurs formes selon vos besoins.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de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Fixe, puissant, idéal à la maison. Composé d'une tour, d'un écran, d'un clavier et d'une souris séparés.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Ordinateur portable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éléments essentiels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composant a un rôle précis. Apprenez à les reconnaître pour mieux les utiliser.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Affiche tout ce qui se passe — c'est votre fenêtre sur l'ordinateur.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clavier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Permet de taper du texte, des chiffres et des commandes.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463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 et éteindre correctement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4107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gestes simples protègent votre ordinateur et évitent les pertes de données. À pratiquer dès le premier jour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le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Patienter le démarrage complet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Travailler normalement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3935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3935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814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460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429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Découverte du bureau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858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bureau, c'est votre espace de travail principal. Trois zones essentielles à repérer dès le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Petites images sur le bureau qui représentent vos programmes et fichiers. Double-cliquez pour les ouvrir.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des tâches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0639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0999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La souris, votre meilleur outil | Le clavier pas à pas | 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l'ordinateur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 ordinateur ? | Les éléments essentiels | Allumer et éteindre correctement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La souris, votre meilleur outil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souris vous permet d'interagir avec tout ce qui est à l'écran. Prenez le temps de bien la tenir, et entraînez-vous à ces quatre gestes fondamentaux.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Clic simple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un élément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Double-clic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 clavier pas à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Pas besoin de connaître toutes les touches ! Voici les indispensables pour écrire et naviguer confortablement.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Suppr /  Retour arrière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Effacez une lettre mal tapée. Retour arrière supprime à gauche du curseur, Suppr à droite.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Valide une action ou passe à la ligne. La touche la plus utilisée 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199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Gérer les fenêtres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programme s'ouvre dans une fenêtre. Trois petits boutons en haut à droite vous permettent de tout contrôler.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disparaît de l'écran mais reste accessible dans la barre des tâches.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fenêtre occupe tout l'écran pour plus de confort de lecture.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Referme complètement le programme. Pensez à sauvegarder avant 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