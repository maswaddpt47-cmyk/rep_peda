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communiquer, de chercher des informations et bien plus encore. Il en existe plusieurs formes selon vos besoins.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écran, d'un clavier et d'une souris séparés.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pour mieux les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3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7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pertes de données. À pratiquer dès le premier jour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935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935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14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60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29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58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essentielles à repérer dès le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fichiers. Double-cliquez pour les ouvrir.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0639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0999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 Prenez le temps de bien la tenir, et entraînez-vous à ces quatre gestes fondamentaux.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indispensables pour écrire et naviguer confortablement.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 curseur, Suppr à droite.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1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en haut à droite vous permettent de tout contrôler.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barre des tâches.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