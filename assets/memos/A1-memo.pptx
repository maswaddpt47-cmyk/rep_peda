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Prendre en main l'ordinateur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qu'un ordinateur ? | Les éléments essentiels | Allumer et éteindre correctement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Qu'est-ce qu'un ordinateur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ordinateur est une machine qui vous permet d'écrire, de communiquer, de chercher des informations et bien plus encore. Il en existe plusieurs formes selon vos besoins.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Ordinateur de bureau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Fixe, puissant, idéal à la maison. Composé d'une tour, d'un écran, d'un clavier et d'une souris séparés.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Ordinateur portable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499199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499199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920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565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535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éléments essentiels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9635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composant a un rôle précis. Apprenez à les reconnaître pour mieux les utiliser.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Affiche tout ce qui se passe — c'est votre fenêtre sur l'ordinateur.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clavier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Permet de taper du texte, des chiffres et des commandes.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946399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946399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3675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013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9823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Allumer et éteindre correctement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4107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Ces gestes simples protègent votre ordinateur et évitent les pertes de données. À pratiquer dès le premier jour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Appuyer sur le bouton marche/arrêt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Patienter le démarrage complet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Travailler normalement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393599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393599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814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460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429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Découverte du bureau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6858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bureau, c'est votre espace de travail principal. Trois zones essentielles à repérer dès le départ.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icônes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Petites images sur le bureau qui représentent vos programmes et fichiers. Double-cliquez pour les ouvrir.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barre des tâches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0639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099999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La souris, votre meilleur outil | Le clavier pas à pas | Gérer les fenêtres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Prendre en main l'ordinateur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qu'un ordinateur ? | Les éléments essentiels | Allumer et éteindre correctement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La souris, votre meilleur outil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souris vous permet d'interagir avec tout ce qui est à l'écran. Prenez le temps de bien la tenir, et entraînez-vous à ces quatre gestes fondamentaux.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Clic simple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Sélectionner un élément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Double-clic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96799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 clavier pas à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611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Pas besoin de connaître toutes les touches ! Voici les indispensables pour écrire et naviguer confortablement.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Suppr /  Retour arrière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Effacez une lettre mal tapée. Retour arrière supprime à gauche du curseur, Suppr à droite.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Valide une action ou passe à la ligne. La touche la plus utilisée 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795199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795199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216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86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831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Gérer les fenêtres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2595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programme s'ouvre dans une fenêtre. Trois petits boutons en haut à droite vous permettent de tout contrôler.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fenêtre disparaît de l'écran mais reste accessible dans la barre des tâches.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fenêtre occupe tout l'écran pour plus de confort de lecture.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Referme complètement le programme. Pensez à sauvegarder avant 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