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Doctolib &amp;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l'utiliser ? | Sécurité &amp; confiance | Trouver un professionnel de santé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l'utiliser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avantages concrets pour 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Prenez rendez-vous à minuit, le dimanche ou pendant vos pauses. 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Zéro temps d'attente téléphonique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Sécurité &amp; confiance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données de santé sont-elles en sécurité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souvent la première question que l'on se pose, et c'est tou…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Données stockées en France, sur AWS certifié HDS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Chiffrement de bout en bout pour les consultations vidéo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Trouver un professionnel de santé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Chercher et choisir son médecin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la page d'accueil de Doctolib, la barre de recherche vous dem…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Filtrer par disponibilité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Aujourd'hui, cette semaine, dans les 3 prochains jours — choisiss…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Prendre rendez-vous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recherche à la confirmation en 4 clics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le créneau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un horaire disponible affiché en bleu dans le calendr…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Indiquer le motif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Comment ça se passe concrètement ? | Remboursement | Pour aller plus loin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Doctolib &amp;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l'utiliser ? | Sécurité &amp; confiance | Trouver un professionnel de santé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ça se passe concrètement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Déroulé d'une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ordonnance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Appel vidéo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Remboursement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Est-ce que c'est remboursé par la Sécurité sociale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Oui, dans la majorité des cas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téléconsultation est remboursée par l'Assurance Maladie au mêm…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Consultation secteur 1 : 25  remboursés à 70 %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304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98400" y="49860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6800" y="4759200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Pour aller plus loin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800" y="50112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Vous avez maintenant toutes les clés pour utiliser Doctolib serei…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1. Créez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Rendez-vous sur doctolib.fr et créez votre compte en 3 minutes. 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